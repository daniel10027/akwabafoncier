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Gotham" panose="020B0604020202020204" charset="0"/>
      <p:regular r:id="rId10"/>
    </p:embeddedFont>
    <p:embeddedFont>
      <p:font typeface="Gotham Bold" panose="020B0604020202020204" charset="0"/>
      <p:regular r:id="rId11"/>
    </p:embeddedFont>
    <p:embeddedFont>
      <p:font typeface="League Spartan" panose="020B0604020202020204" charset="0"/>
      <p:regular r:id="rId12"/>
    </p:embeddedFont>
    <p:embeddedFont>
      <p:font typeface="Open Sans" panose="020B0606030504020204" pitchFamily="34" charset="0"/>
      <p:regular r:id="rId13"/>
    </p:embeddedFont>
    <p:embeddedFont>
      <p:font typeface="Open Sans Bold" panose="020B0604020202020204" charset="0"/>
      <p:regular r:id="rId14"/>
    </p:embeddedFont>
    <p:embeddedFont>
      <p:font typeface="Open Sans Bold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Guedegbe" userId="8fca402a1381d7b8" providerId="LiveId" clId="{A36FF40E-1357-4D5E-964A-EFB1D380664D}"/>
    <pc:docChg chg="custSel modSld">
      <pc:chgData name="Daniel Guedegbe" userId="8fca402a1381d7b8" providerId="LiveId" clId="{A36FF40E-1357-4D5E-964A-EFB1D380664D}" dt="2025-12-18T11:46:33.419" v="135"/>
      <pc:docMkLst>
        <pc:docMk/>
      </pc:docMkLst>
      <pc:sldChg chg="modTransition">
        <pc:chgData name="Daniel Guedegbe" userId="8fca402a1381d7b8" providerId="LiveId" clId="{A36FF40E-1357-4D5E-964A-EFB1D380664D}" dt="2025-12-18T11:07:42.492" v="0"/>
        <pc:sldMkLst>
          <pc:docMk/>
          <pc:sldMk cId="0" sldId="256"/>
        </pc:sldMkLst>
      </pc:sldChg>
      <pc:sldChg chg="addAnim delAnim modAnim">
        <pc:chgData name="Daniel Guedegbe" userId="8fca402a1381d7b8" providerId="LiveId" clId="{A36FF40E-1357-4D5E-964A-EFB1D380664D}" dt="2025-12-18T11:11:45.571" v="26"/>
        <pc:sldMkLst>
          <pc:docMk/>
          <pc:sldMk cId="0" sldId="257"/>
        </pc:sldMkLst>
      </pc:sldChg>
      <pc:sldChg chg="addAnim delAnim modAnim">
        <pc:chgData name="Daniel Guedegbe" userId="8fca402a1381d7b8" providerId="LiveId" clId="{A36FF40E-1357-4D5E-964A-EFB1D380664D}" dt="2025-12-18T11:15:36.663" v="50"/>
        <pc:sldMkLst>
          <pc:docMk/>
          <pc:sldMk cId="0" sldId="258"/>
        </pc:sldMkLst>
      </pc:sldChg>
      <pc:sldChg chg="addSp delSp modSp mod addAnim delAnim modAnim">
        <pc:chgData name="Daniel Guedegbe" userId="8fca402a1381d7b8" providerId="LiveId" clId="{A36FF40E-1357-4D5E-964A-EFB1D380664D}" dt="2025-12-18T11:42:02.125" v="122"/>
        <pc:sldMkLst>
          <pc:docMk/>
          <pc:sldMk cId="0" sldId="259"/>
        </pc:sldMkLst>
        <pc:spChg chg="mod">
          <ac:chgData name="Daniel Guedegbe" userId="8fca402a1381d7b8" providerId="LiveId" clId="{A36FF40E-1357-4D5E-964A-EFB1D380664D}" dt="2025-12-18T11:16:28.764" v="51" actId="164"/>
          <ac:spMkLst>
            <pc:docMk/>
            <pc:sldMk cId="0" sldId="259"/>
            <ac:spMk id="3" creationId="{00000000-0000-0000-0000-000000000000}"/>
          </ac:spMkLst>
        </pc:spChg>
        <pc:spChg chg="mod topLvl">
          <ac:chgData name="Daniel Guedegbe" userId="8fca402a1381d7b8" providerId="LiveId" clId="{A36FF40E-1357-4D5E-964A-EFB1D380664D}" dt="2025-12-18T11:19:14.285" v="64" actId="164"/>
          <ac:spMkLst>
            <pc:docMk/>
            <pc:sldMk cId="0" sldId="259"/>
            <ac:spMk id="4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1:51.010" v="72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1:41.193" v="71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16:50.095" v="52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19:04.008" v="63" actId="16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19:04.008" v="63" actId="165"/>
          <ac:spMkLst>
            <pc:docMk/>
            <pc:sldMk cId="0" sldId="259"/>
            <ac:spMk id="14" creationId="{00000000-0000-0000-0000-000000000000}"/>
          </ac:spMkLst>
        </pc:spChg>
        <pc:spChg chg="del">
          <ac:chgData name="Daniel Guedegbe" userId="8fca402a1381d7b8" providerId="LiveId" clId="{A36FF40E-1357-4D5E-964A-EFB1D380664D}" dt="2025-12-18T11:18:39.633" v="61" actId="21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17:25.207" v="5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17:25.207" v="5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16:50.095" v="52" actId="164"/>
          <ac:spMkLst>
            <pc:docMk/>
            <pc:sldMk cId="0" sldId="259"/>
            <ac:spMk id="18" creationId="{00000000-0000-0000-0000-000000000000}"/>
          </ac:spMkLst>
        </pc:spChg>
        <pc:spChg chg="mod topLvl">
          <ac:chgData name="Daniel Guedegbe" userId="8fca402a1381d7b8" providerId="LiveId" clId="{A36FF40E-1357-4D5E-964A-EFB1D380664D}" dt="2025-12-18T11:19:14.285" v="64" actId="164"/>
          <ac:spMkLst>
            <pc:docMk/>
            <pc:sldMk cId="0" sldId="259"/>
            <ac:spMk id="20" creationId="{00000000-0000-0000-0000-000000000000}"/>
          </ac:spMkLst>
        </pc:spChg>
        <pc:spChg chg="add mod">
          <ac:chgData name="Daniel Guedegbe" userId="8fca402a1381d7b8" providerId="LiveId" clId="{A36FF40E-1357-4D5E-964A-EFB1D380664D}" dt="2025-12-18T11:19:14.285" v="64" actId="164"/>
          <ac:spMkLst>
            <pc:docMk/>
            <pc:sldMk cId="0" sldId="259"/>
            <ac:spMk id="25" creationId="{00000000-0000-0000-0000-000000000000}"/>
          </ac:spMkLst>
        </pc:spChg>
        <pc:grpChg chg="mod">
          <ac:chgData name="Daniel Guedegbe" userId="8fca402a1381d7b8" providerId="LiveId" clId="{A36FF40E-1357-4D5E-964A-EFB1D380664D}" dt="2025-12-18T11:16:28.764" v="51" actId="164"/>
          <ac:grpSpMkLst>
            <pc:docMk/>
            <pc:sldMk cId="0" sldId="259"/>
            <ac:grpSpMk id="5" creationId="{00000000-0000-0000-0000-000000000000}"/>
          </ac:grpSpMkLst>
        </pc:grpChg>
        <pc:grpChg chg="mod">
          <ac:chgData name="Daniel Guedegbe" userId="8fca402a1381d7b8" providerId="LiveId" clId="{A36FF40E-1357-4D5E-964A-EFB1D380664D}" dt="2025-12-18T11:16:50.095" v="52" actId="164"/>
          <ac:grpSpMkLst>
            <pc:docMk/>
            <pc:sldMk cId="0" sldId="259"/>
            <ac:grpSpMk id="8" creationId="{00000000-0000-0000-0000-000000000000}"/>
          </ac:grpSpMkLst>
        </pc:grpChg>
        <pc:grpChg chg="mod topLvl">
          <ac:chgData name="Daniel Guedegbe" userId="8fca402a1381d7b8" providerId="LiveId" clId="{A36FF40E-1357-4D5E-964A-EFB1D380664D}" dt="2025-12-18T11:19:14.285" v="64" actId="164"/>
          <ac:grpSpMkLst>
            <pc:docMk/>
            <pc:sldMk cId="0" sldId="259"/>
            <ac:grpSpMk id="12" creationId="{00000000-0000-0000-0000-000000000000}"/>
          </ac:grpSpMkLst>
        </pc:grpChg>
        <pc:grpChg chg="add mod">
          <ac:chgData name="Daniel Guedegbe" userId="8fca402a1381d7b8" providerId="LiveId" clId="{A36FF40E-1357-4D5E-964A-EFB1D380664D}" dt="2025-12-18T11:16:28.764" v="51" actId="164"/>
          <ac:grpSpMkLst>
            <pc:docMk/>
            <pc:sldMk cId="0" sldId="259"/>
            <ac:grpSpMk id="21" creationId="{1331DCB4-E381-1A89-496C-5D2B7F09A8E7}"/>
          </ac:grpSpMkLst>
        </pc:grpChg>
        <pc:grpChg chg="add mod">
          <ac:chgData name="Daniel Guedegbe" userId="8fca402a1381d7b8" providerId="LiveId" clId="{A36FF40E-1357-4D5E-964A-EFB1D380664D}" dt="2025-12-18T11:21:34.944" v="70" actId="1036"/>
          <ac:grpSpMkLst>
            <pc:docMk/>
            <pc:sldMk cId="0" sldId="259"/>
            <ac:grpSpMk id="22" creationId="{7862849E-140C-239A-6D12-87E9AD6DCAD6}"/>
          </ac:grpSpMkLst>
        </pc:grpChg>
        <pc:grpChg chg="add del mod">
          <ac:chgData name="Daniel Guedegbe" userId="8fca402a1381d7b8" providerId="LiveId" clId="{A36FF40E-1357-4D5E-964A-EFB1D380664D}" dt="2025-12-18T11:19:04.008" v="63" actId="165"/>
          <ac:grpSpMkLst>
            <pc:docMk/>
            <pc:sldMk cId="0" sldId="259"/>
            <ac:grpSpMk id="23" creationId="{5AD1047D-105F-F5C0-1D42-49FEEDC2E6EA}"/>
          </ac:grpSpMkLst>
        </pc:grpChg>
        <pc:grpChg chg="add mod">
          <ac:chgData name="Daniel Guedegbe" userId="8fca402a1381d7b8" providerId="LiveId" clId="{A36FF40E-1357-4D5E-964A-EFB1D380664D}" dt="2025-12-18T11:23:35.444" v="75" actId="1038"/>
          <ac:grpSpMkLst>
            <pc:docMk/>
            <pc:sldMk cId="0" sldId="259"/>
            <ac:grpSpMk id="24" creationId="{BD6BDABD-9DBB-C759-B4D3-40D9BBE5F04B}"/>
          </ac:grpSpMkLst>
        </pc:grpChg>
        <pc:grpChg chg="add mod">
          <ac:chgData name="Daniel Guedegbe" userId="8fca402a1381d7b8" providerId="LiveId" clId="{A36FF40E-1357-4D5E-964A-EFB1D380664D}" dt="2025-12-18T11:19:14.285" v="64" actId="164"/>
          <ac:grpSpMkLst>
            <pc:docMk/>
            <pc:sldMk cId="0" sldId="259"/>
            <ac:grpSpMk id="26" creationId="{8309D4C7-7B0F-702A-49AD-DFAF0690D6D7}"/>
          </ac:grpSpMkLst>
        </pc:grpChg>
      </pc:sldChg>
      <pc:sldChg chg="addSp modSp mod addAnim delAnim modAnim">
        <pc:chgData name="Daniel Guedegbe" userId="8fca402a1381d7b8" providerId="LiveId" clId="{A36FF40E-1357-4D5E-964A-EFB1D380664D}" dt="2025-12-18T11:46:33.419" v="135"/>
        <pc:sldMkLst>
          <pc:docMk/>
          <pc:sldMk cId="0" sldId="260"/>
        </pc:sldMkLst>
        <pc:spChg chg="mod">
          <ac:chgData name="Daniel Guedegbe" userId="8fca402a1381d7b8" providerId="LiveId" clId="{A36FF40E-1357-4D5E-964A-EFB1D380664D}" dt="2025-12-18T11:37:19.522" v="105" actId="164"/>
          <ac:spMkLst>
            <pc:docMk/>
            <pc:sldMk cId="0" sldId="260"/>
            <ac:spMk id="8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6:59.209" v="76" actId="16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6:59.209" v="76" actId="164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7:13.386" v="78" actId="164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7:05.936" v="77" actId="16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6:59.209" v="76" actId="164"/>
          <ac:spMkLst>
            <pc:docMk/>
            <pc:sldMk cId="0" sldId="260"/>
            <ac:spMk id="26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7:24.645" v="79" actId="164"/>
          <ac:spMkLst>
            <pc:docMk/>
            <pc:sldMk cId="0" sldId="260"/>
            <ac:spMk id="27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06.345" v="80" actId="164"/>
          <ac:spMkLst>
            <pc:docMk/>
            <pc:sldMk cId="0" sldId="260"/>
            <ac:spMk id="32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21.427" v="81" actId="164"/>
          <ac:spMkLst>
            <pc:docMk/>
            <pc:sldMk cId="0" sldId="260"/>
            <ac:spMk id="33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21.427" v="81" actId="164"/>
          <ac:spMkLst>
            <pc:docMk/>
            <pc:sldMk cId="0" sldId="260"/>
            <ac:spMk id="34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37:38.760" v="107" actId="164"/>
          <ac:spMkLst>
            <pc:docMk/>
            <pc:sldMk cId="0" sldId="260"/>
            <ac:spMk id="38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06.345" v="80" actId="164"/>
          <ac:spMkLst>
            <pc:docMk/>
            <pc:sldMk cId="0" sldId="260"/>
            <ac:spMk id="39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55.554" v="82" actId="164"/>
          <ac:spMkLst>
            <pc:docMk/>
            <pc:sldMk cId="0" sldId="260"/>
            <ac:spMk id="40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55.554" v="82" actId="164"/>
          <ac:spMkLst>
            <pc:docMk/>
            <pc:sldMk cId="0" sldId="260"/>
            <ac:spMk id="41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6:59.209" v="76" actId="164"/>
          <ac:spMkLst>
            <pc:docMk/>
            <pc:sldMk cId="0" sldId="260"/>
            <ac:spMk id="42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7:05.936" v="77" actId="164"/>
          <ac:spMkLst>
            <pc:docMk/>
            <pc:sldMk cId="0" sldId="260"/>
            <ac:spMk id="43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7:13.386" v="78" actId="164"/>
          <ac:spMkLst>
            <pc:docMk/>
            <pc:sldMk cId="0" sldId="260"/>
            <ac:spMk id="44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35:42.500" v="96" actId="164"/>
          <ac:spMkLst>
            <pc:docMk/>
            <pc:sldMk cId="0" sldId="260"/>
            <ac:spMk id="45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21.427" v="81" actId="164"/>
          <ac:spMkLst>
            <pc:docMk/>
            <pc:sldMk cId="0" sldId="260"/>
            <ac:spMk id="46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21.427" v="81" actId="164"/>
          <ac:spMkLst>
            <pc:docMk/>
            <pc:sldMk cId="0" sldId="260"/>
            <ac:spMk id="47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55.554" v="82" actId="164"/>
          <ac:spMkLst>
            <pc:docMk/>
            <pc:sldMk cId="0" sldId="260"/>
            <ac:spMk id="48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29:55.554" v="82" actId="164"/>
          <ac:spMkLst>
            <pc:docMk/>
            <pc:sldMk cId="0" sldId="260"/>
            <ac:spMk id="49" creationId="{00000000-0000-0000-0000-000000000000}"/>
          </ac:spMkLst>
        </pc:spChg>
        <pc:spChg chg="mod">
          <ac:chgData name="Daniel Guedegbe" userId="8fca402a1381d7b8" providerId="LiveId" clId="{A36FF40E-1357-4D5E-964A-EFB1D380664D}" dt="2025-12-18T11:37:38.760" v="107" actId="164"/>
          <ac:spMkLst>
            <pc:docMk/>
            <pc:sldMk cId="0" sldId="260"/>
            <ac:spMk id="53" creationId="{00000000-0000-0000-0000-000000000000}"/>
          </ac:spMkLst>
        </pc:spChg>
        <pc:grpChg chg="mod">
          <ac:chgData name="Daniel Guedegbe" userId="8fca402a1381d7b8" providerId="LiveId" clId="{A36FF40E-1357-4D5E-964A-EFB1D380664D}" dt="2025-12-18T11:29:06.345" v="80" actId="164"/>
          <ac:grpSpMkLst>
            <pc:docMk/>
            <pc:sldMk cId="0" sldId="260"/>
            <ac:grpSpMk id="2" creationId="{00000000-0000-0000-0000-000000000000}"/>
          </ac:grpSpMkLst>
        </pc:grpChg>
        <pc:grpChg chg="mod">
          <ac:chgData name="Daniel Guedegbe" userId="8fca402a1381d7b8" providerId="LiveId" clId="{A36FF40E-1357-4D5E-964A-EFB1D380664D}" dt="2025-12-18T11:29:55.554" v="82" actId="164"/>
          <ac:grpSpMkLst>
            <pc:docMk/>
            <pc:sldMk cId="0" sldId="260"/>
            <ac:grpSpMk id="5" creationId="{00000000-0000-0000-0000-000000000000}"/>
          </ac:grpSpMkLst>
        </pc:grpChg>
        <pc:grpChg chg="mod">
          <ac:chgData name="Daniel Guedegbe" userId="8fca402a1381d7b8" providerId="LiveId" clId="{A36FF40E-1357-4D5E-964A-EFB1D380664D}" dt="2025-12-18T11:26:59.209" v="76" actId="164"/>
          <ac:grpSpMkLst>
            <pc:docMk/>
            <pc:sldMk cId="0" sldId="260"/>
            <ac:grpSpMk id="15" creationId="{00000000-0000-0000-0000-000000000000}"/>
          </ac:grpSpMkLst>
        </pc:grpChg>
        <pc:grpChg chg="mod">
          <ac:chgData name="Daniel Guedegbe" userId="8fca402a1381d7b8" providerId="LiveId" clId="{A36FF40E-1357-4D5E-964A-EFB1D380664D}" dt="2025-12-18T11:27:05.936" v="77" actId="164"/>
          <ac:grpSpMkLst>
            <pc:docMk/>
            <pc:sldMk cId="0" sldId="260"/>
            <ac:grpSpMk id="18" creationId="{00000000-0000-0000-0000-000000000000}"/>
          </ac:grpSpMkLst>
        </pc:grpChg>
        <pc:grpChg chg="mod">
          <ac:chgData name="Daniel Guedegbe" userId="8fca402a1381d7b8" providerId="LiveId" clId="{A36FF40E-1357-4D5E-964A-EFB1D380664D}" dt="2025-12-18T11:27:13.386" v="78" actId="164"/>
          <ac:grpSpMkLst>
            <pc:docMk/>
            <pc:sldMk cId="0" sldId="260"/>
            <ac:grpSpMk id="21" creationId="{00000000-0000-0000-0000-000000000000}"/>
          </ac:grpSpMkLst>
        </pc:grpChg>
        <pc:grpChg chg="mod">
          <ac:chgData name="Daniel Guedegbe" userId="8fca402a1381d7b8" providerId="LiveId" clId="{A36FF40E-1357-4D5E-964A-EFB1D380664D}" dt="2025-12-18T11:27:24.645" v="79" actId="164"/>
          <ac:grpSpMkLst>
            <pc:docMk/>
            <pc:sldMk cId="0" sldId="260"/>
            <ac:grpSpMk id="28" creationId="{00000000-0000-0000-0000-000000000000}"/>
          </ac:grpSpMkLst>
        </pc:grpChg>
        <pc:grpChg chg="mod">
          <ac:chgData name="Daniel Guedegbe" userId="8fca402a1381d7b8" providerId="LiveId" clId="{A36FF40E-1357-4D5E-964A-EFB1D380664D}" dt="2025-12-18T11:29:21.427" v="81" actId="164"/>
          <ac:grpSpMkLst>
            <pc:docMk/>
            <pc:sldMk cId="0" sldId="260"/>
            <ac:grpSpMk id="35" creationId="{00000000-0000-0000-0000-000000000000}"/>
          </ac:grpSpMkLst>
        </pc:grpChg>
        <pc:grpChg chg="mod">
          <ac:chgData name="Daniel Guedegbe" userId="8fca402a1381d7b8" providerId="LiveId" clId="{A36FF40E-1357-4D5E-964A-EFB1D380664D}" dt="2025-12-18T11:37:38.760" v="107" actId="164"/>
          <ac:grpSpMkLst>
            <pc:docMk/>
            <pc:sldMk cId="0" sldId="260"/>
            <ac:grpSpMk id="50" creationId="{00000000-0000-0000-0000-000000000000}"/>
          </ac:grpSpMkLst>
        </pc:grpChg>
        <pc:grpChg chg="add mod">
          <ac:chgData name="Daniel Guedegbe" userId="8fca402a1381d7b8" providerId="LiveId" clId="{A36FF40E-1357-4D5E-964A-EFB1D380664D}" dt="2025-12-18T11:35:42.500" v="96" actId="164"/>
          <ac:grpSpMkLst>
            <pc:docMk/>
            <pc:sldMk cId="0" sldId="260"/>
            <ac:grpSpMk id="54" creationId="{6ACDDF6E-A682-8EBB-D2B9-6EB5863CAD33}"/>
          </ac:grpSpMkLst>
        </pc:grpChg>
        <pc:grpChg chg="add mod">
          <ac:chgData name="Daniel Guedegbe" userId="8fca402a1381d7b8" providerId="LiveId" clId="{A36FF40E-1357-4D5E-964A-EFB1D380664D}" dt="2025-12-18T11:35:42.500" v="96" actId="164"/>
          <ac:grpSpMkLst>
            <pc:docMk/>
            <pc:sldMk cId="0" sldId="260"/>
            <ac:grpSpMk id="55" creationId="{0DB4E688-1CC3-4265-446D-1EE14C7A10D9}"/>
          </ac:grpSpMkLst>
        </pc:grpChg>
        <pc:grpChg chg="add mod">
          <ac:chgData name="Daniel Guedegbe" userId="8fca402a1381d7b8" providerId="LiveId" clId="{A36FF40E-1357-4D5E-964A-EFB1D380664D}" dt="2025-12-18T11:35:42.500" v="96" actId="164"/>
          <ac:grpSpMkLst>
            <pc:docMk/>
            <pc:sldMk cId="0" sldId="260"/>
            <ac:grpSpMk id="56" creationId="{C2BA706A-3447-9D28-C661-E71942A042E0}"/>
          </ac:grpSpMkLst>
        </pc:grpChg>
        <pc:grpChg chg="add mod">
          <ac:chgData name="Daniel Guedegbe" userId="8fca402a1381d7b8" providerId="LiveId" clId="{A36FF40E-1357-4D5E-964A-EFB1D380664D}" dt="2025-12-18T11:46:03.621" v="131" actId="164"/>
          <ac:grpSpMkLst>
            <pc:docMk/>
            <pc:sldMk cId="0" sldId="260"/>
            <ac:grpSpMk id="57" creationId="{B705EA16-DB61-0DBD-4864-AE62C341C32E}"/>
          </ac:grpSpMkLst>
        </pc:grpChg>
        <pc:grpChg chg="add mod">
          <ac:chgData name="Daniel Guedegbe" userId="8fca402a1381d7b8" providerId="LiveId" clId="{A36FF40E-1357-4D5E-964A-EFB1D380664D}" dt="2025-12-18T11:37:19.522" v="105" actId="164"/>
          <ac:grpSpMkLst>
            <pc:docMk/>
            <pc:sldMk cId="0" sldId="260"/>
            <ac:grpSpMk id="58" creationId="{EA91E4CE-F9AE-1D32-9235-6A0022D90022}"/>
          </ac:grpSpMkLst>
        </pc:grpChg>
        <pc:grpChg chg="add mod">
          <ac:chgData name="Daniel Guedegbe" userId="8fca402a1381d7b8" providerId="LiveId" clId="{A36FF40E-1357-4D5E-964A-EFB1D380664D}" dt="2025-12-18T11:37:19.522" v="105" actId="164"/>
          <ac:grpSpMkLst>
            <pc:docMk/>
            <pc:sldMk cId="0" sldId="260"/>
            <ac:grpSpMk id="59" creationId="{8C9CE309-8316-72BD-2316-A4D4E9CF2AC5}"/>
          </ac:grpSpMkLst>
        </pc:grpChg>
        <pc:grpChg chg="add mod">
          <ac:chgData name="Daniel Guedegbe" userId="8fca402a1381d7b8" providerId="LiveId" clId="{A36FF40E-1357-4D5E-964A-EFB1D380664D}" dt="2025-12-18T11:37:38.760" v="107" actId="164"/>
          <ac:grpSpMkLst>
            <pc:docMk/>
            <pc:sldMk cId="0" sldId="260"/>
            <ac:grpSpMk id="60" creationId="{A2968D59-2226-97B3-8E5B-188FAD140300}"/>
          </ac:grpSpMkLst>
        </pc:grpChg>
        <pc:grpChg chg="add mod">
          <ac:chgData name="Daniel Guedegbe" userId="8fca402a1381d7b8" providerId="LiveId" clId="{A36FF40E-1357-4D5E-964A-EFB1D380664D}" dt="2025-12-18T11:46:03.621" v="131" actId="164"/>
          <ac:grpSpMkLst>
            <pc:docMk/>
            <pc:sldMk cId="0" sldId="260"/>
            <ac:grpSpMk id="61" creationId="{C9FCF605-4600-E87E-5AD9-99BF812BBD2C}"/>
          </ac:grpSpMkLst>
        </pc:grpChg>
        <pc:grpChg chg="add mod">
          <ac:chgData name="Daniel Guedegbe" userId="8fca402a1381d7b8" providerId="LiveId" clId="{A36FF40E-1357-4D5E-964A-EFB1D380664D}" dt="2025-12-18T11:37:19.522" v="105" actId="164"/>
          <ac:grpSpMkLst>
            <pc:docMk/>
            <pc:sldMk cId="0" sldId="260"/>
            <ac:grpSpMk id="62" creationId="{933E7D95-3A26-4B50-FBD0-63BB839A4906}"/>
          </ac:grpSpMkLst>
        </pc:grpChg>
        <pc:grpChg chg="add mod">
          <ac:chgData name="Daniel Guedegbe" userId="8fca402a1381d7b8" providerId="LiveId" clId="{A36FF40E-1357-4D5E-964A-EFB1D380664D}" dt="2025-12-18T11:38:13.921" v="111" actId="1037"/>
          <ac:grpSpMkLst>
            <pc:docMk/>
            <pc:sldMk cId="0" sldId="260"/>
            <ac:grpSpMk id="63" creationId="{2EF0A50A-635D-04D5-53DA-982661009606}"/>
          </ac:grpSpMkLst>
        </pc:grpChg>
        <pc:grpChg chg="add mod">
          <ac:chgData name="Daniel Guedegbe" userId="8fca402a1381d7b8" providerId="LiveId" clId="{A36FF40E-1357-4D5E-964A-EFB1D380664D}" dt="2025-12-18T11:46:03.621" v="131" actId="164"/>
          <ac:grpSpMkLst>
            <pc:docMk/>
            <pc:sldMk cId="0" sldId="260"/>
            <ac:grpSpMk id="64" creationId="{9A94F1ED-034F-FE16-416E-EC34157F8E8E}"/>
          </ac:grpSpMkLst>
        </pc:grpChg>
      </pc:sldChg>
      <pc:sldChg chg="modSp mod addAnim delAnim modAnim">
        <pc:chgData name="Daniel Guedegbe" userId="8fca402a1381d7b8" providerId="LiveId" clId="{A36FF40E-1357-4D5E-964A-EFB1D380664D}" dt="2025-12-18T11:39:13.172" v="121" actId="14100"/>
        <pc:sldMkLst>
          <pc:docMk/>
          <pc:sldMk cId="0" sldId="261"/>
        </pc:sldMkLst>
        <pc:spChg chg="mod">
          <ac:chgData name="Daniel Guedegbe" userId="8fca402a1381d7b8" providerId="LiveId" clId="{A36FF40E-1357-4D5E-964A-EFB1D380664D}" dt="2025-12-18T11:39:13.172" v="121" actId="14100"/>
          <ac:spMkLst>
            <pc:docMk/>
            <pc:sldMk cId="0" sldId="26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5C497-EA30-4AC1-A660-990FC827EF6D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D8F98-6EA9-4756-BA19-7C9B2D19445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042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D8F98-6EA9-4756-BA19-7C9B2D19445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077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0.pn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12" Type="http://schemas.openxmlformats.org/officeDocument/2006/relationships/image" Target="../media/image1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Relationship Id="rId1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1796" y="-541995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0128717" y="5108938"/>
            <a:ext cx="1676851" cy="69123"/>
            <a:chOff x="0" y="0"/>
            <a:chExt cx="441640" cy="18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1640" cy="18205"/>
            </a:xfrm>
            <a:custGeom>
              <a:avLst/>
              <a:gdLst/>
              <a:ahLst/>
              <a:cxnLst/>
              <a:rect l="l" t="t" r="r" b="b"/>
              <a:pathLst>
                <a:path w="441640" h="18205">
                  <a:moveTo>
                    <a:pt x="0" y="0"/>
                  </a:moveTo>
                  <a:lnTo>
                    <a:pt x="441640" y="0"/>
                  </a:lnTo>
                  <a:lnTo>
                    <a:pt x="441640" y="18205"/>
                  </a:lnTo>
                  <a:lnTo>
                    <a:pt x="0" y="18205"/>
                  </a:lnTo>
                  <a:close/>
                </a:path>
              </a:pathLst>
            </a:custGeom>
            <a:solidFill>
              <a:srgbClr val="F7E7D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1640" cy="56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2166886" y="2976073"/>
            <a:ext cx="4334853" cy="4334853"/>
            <a:chOff x="0" y="0"/>
            <a:chExt cx="8909050" cy="8909050"/>
          </a:xfrm>
        </p:grpSpPr>
        <p:sp>
          <p:nvSpPr>
            <p:cNvPr id="7" name="Freeform 7"/>
            <p:cNvSpPr/>
            <p:nvPr/>
          </p:nvSpPr>
          <p:spPr>
            <a:xfrm>
              <a:off x="-10398" y="9480"/>
              <a:ext cx="8929847" cy="8890089"/>
            </a:xfrm>
            <a:custGeom>
              <a:avLst/>
              <a:gdLst/>
              <a:ahLst/>
              <a:cxnLst/>
              <a:rect l="l" t="t" r="r" b="b"/>
              <a:pathLst>
                <a:path w="8929847" h="8890089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51757" y="270468"/>
              <a:ext cx="8405537" cy="8368114"/>
            </a:xfrm>
            <a:custGeom>
              <a:avLst/>
              <a:gdLst/>
              <a:ahLst/>
              <a:cxnLst/>
              <a:rect l="l" t="t" r="r" b="b"/>
              <a:pathLst>
                <a:path w="8405537" h="8368114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4"/>
              <a:stretch>
                <a:fillRect l="-11602" t="-8680" r="-8418" b="-11878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8909050" cy="8909050"/>
            </a:xfrm>
            <a:custGeom>
              <a:avLst/>
              <a:gdLst/>
              <a:ahLst/>
              <a:cxnLst/>
              <a:rect l="l" t="t" r="r" b="b"/>
              <a:pathLst>
                <a:path w="8909050" h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CD8E81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-177040" y="8904418"/>
            <a:ext cx="2411480" cy="1382582"/>
          </a:xfrm>
          <a:custGeom>
            <a:avLst/>
            <a:gdLst/>
            <a:ahLst/>
            <a:cxnLst/>
            <a:rect l="l" t="t" r="r" b="b"/>
            <a:pathLst>
              <a:path w="2411480" h="1382582">
                <a:moveTo>
                  <a:pt x="0" y="0"/>
                </a:moveTo>
                <a:lnTo>
                  <a:pt x="2411480" y="0"/>
                </a:lnTo>
                <a:lnTo>
                  <a:pt x="2411480" y="1382582"/>
                </a:lnTo>
                <a:lnTo>
                  <a:pt x="0" y="1382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61042" y="3488970"/>
            <a:ext cx="8909489" cy="353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9579" spc="-47">
                <a:solidFill>
                  <a:srgbClr val="F7E7D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School Management System (SMS)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4341003" y="4190514"/>
            <a:ext cx="10587979" cy="1905972"/>
            <a:chOff x="0" y="0"/>
            <a:chExt cx="2788604" cy="501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8604" cy="501984"/>
            </a:xfrm>
            <a:custGeom>
              <a:avLst/>
              <a:gdLst/>
              <a:ahLst/>
              <a:cxnLst/>
              <a:rect l="l" t="t" r="r" b="b"/>
              <a:pathLst>
                <a:path w="2788604" h="50198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65794" y="167422"/>
            <a:ext cx="5118272" cy="6868803"/>
            <a:chOff x="0" y="0"/>
            <a:chExt cx="6824363" cy="9158404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824363" cy="7628335"/>
              <a:chOff x="0" y="0"/>
              <a:chExt cx="3790950" cy="423755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58750" y="149126"/>
                <a:ext cx="3473450" cy="3939307"/>
              </a:xfrm>
              <a:custGeom>
                <a:avLst/>
                <a:gdLst/>
                <a:ahLst/>
                <a:cxnLst/>
                <a:rect l="l" t="t" r="r" b="b"/>
                <a:pathLst>
                  <a:path w="3473450" h="3939307">
                    <a:moveTo>
                      <a:pt x="0" y="0"/>
                    </a:moveTo>
                    <a:lnTo>
                      <a:pt x="3473450" y="0"/>
                    </a:lnTo>
                    <a:lnTo>
                      <a:pt x="3473450" y="3939307"/>
                    </a:lnTo>
                    <a:lnTo>
                      <a:pt x="0" y="3939307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5213" r="-35213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833915" y="8129252"/>
              <a:ext cx="5156533" cy="1029152"/>
              <a:chOff x="0" y="0"/>
              <a:chExt cx="795761" cy="15882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254519" y="8267004"/>
              <a:ext cx="2315325" cy="696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3"/>
                </a:lnSpc>
                <a:spcBef>
                  <a:spcPct val="0"/>
                </a:spcBef>
              </a:pPr>
              <a:r>
                <a:rPr lang="en-US" sz="319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Mr Koffi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45991" y="167422"/>
            <a:ext cx="5118272" cy="6868803"/>
            <a:chOff x="0" y="0"/>
            <a:chExt cx="6824363" cy="9158404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824363" cy="7628335"/>
              <a:chOff x="0" y="0"/>
              <a:chExt cx="3790950" cy="423755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58750" y="149126"/>
                <a:ext cx="3473450" cy="3939307"/>
              </a:xfrm>
              <a:custGeom>
                <a:avLst/>
                <a:gdLst/>
                <a:ahLst/>
                <a:cxnLst/>
                <a:rect l="l" t="t" r="r" b="b"/>
                <a:pathLst>
                  <a:path w="3473450" h="3939307">
                    <a:moveTo>
                      <a:pt x="0" y="0"/>
                    </a:moveTo>
                    <a:lnTo>
                      <a:pt x="3473450" y="0"/>
                    </a:lnTo>
                    <a:lnTo>
                      <a:pt x="3473450" y="3939307"/>
                    </a:lnTo>
                    <a:lnTo>
                      <a:pt x="0" y="3939307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5213" r="-35213"/>
                </a:stretch>
              </a:blip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833915" y="8129252"/>
              <a:ext cx="5156533" cy="1029152"/>
              <a:chOff x="0" y="0"/>
              <a:chExt cx="795761" cy="15882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506823" y="8267004"/>
              <a:ext cx="1810717" cy="696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3"/>
                </a:lnSpc>
                <a:spcBef>
                  <a:spcPct val="0"/>
                </a:spcBef>
              </a:pPr>
              <a:r>
                <a:rPr lang="en-US" sz="319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Arthur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26188" y="167422"/>
            <a:ext cx="5118272" cy="6868803"/>
            <a:chOff x="0" y="0"/>
            <a:chExt cx="6824363" cy="9158404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6824363" cy="7628335"/>
              <a:chOff x="0" y="0"/>
              <a:chExt cx="3790950" cy="423755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58750" y="149126"/>
                <a:ext cx="3473450" cy="3939307"/>
              </a:xfrm>
              <a:custGeom>
                <a:avLst/>
                <a:gdLst/>
                <a:ahLst/>
                <a:cxnLst/>
                <a:rect l="l" t="t" r="r" b="b"/>
                <a:pathLst>
                  <a:path w="3473450" h="3939307">
                    <a:moveTo>
                      <a:pt x="0" y="0"/>
                    </a:moveTo>
                    <a:lnTo>
                      <a:pt x="3473450" y="0"/>
                    </a:lnTo>
                    <a:lnTo>
                      <a:pt x="3473450" y="3939307"/>
                    </a:lnTo>
                    <a:lnTo>
                      <a:pt x="0" y="3939307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705" r="-6705"/>
                </a:stretch>
              </a:blipFill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833915" y="8129252"/>
              <a:ext cx="5156533" cy="1029152"/>
              <a:chOff x="0" y="0"/>
              <a:chExt cx="795761" cy="15882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359312" y="8267004"/>
              <a:ext cx="2105739" cy="696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3"/>
                </a:lnSpc>
                <a:spcBef>
                  <a:spcPct val="0"/>
                </a:spcBef>
              </a:pPr>
              <a:r>
                <a:rPr lang="en-US" sz="319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Mariam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691230" y="7745372"/>
            <a:ext cx="14427794" cy="1850600"/>
            <a:chOff x="0" y="0"/>
            <a:chExt cx="19237058" cy="2467467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5156533" cy="1029152"/>
              <a:chOff x="0" y="0"/>
              <a:chExt cx="795761" cy="15882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1438315"/>
              <a:ext cx="5156533" cy="1029152"/>
              <a:chOff x="0" y="0"/>
              <a:chExt cx="795761" cy="15882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040263" y="0"/>
              <a:ext cx="5156533" cy="1029152"/>
              <a:chOff x="0" y="0"/>
              <a:chExt cx="795761" cy="15882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040263" y="1438315"/>
              <a:ext cx="5156533" cy="1029152"/>
              <a:chOff x="0" y="0"/>
              <a:chExt cx="795761" cy="15882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4076396" y="0"/>
              <a:ext cx="5156533" cy="1029152"/>
              <a:chOff x="0" y="0"/>
              <a:chExt cx="795761" cy="15882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4076396" y="1438315"/>
              <a:ext cx="5156533" cy="1029152"/>
              <a:chOff x="0" y="0"/>
              <a:chExt cx="795761" cy="15882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95761" cy="158820"/>
              </a:xfrm>
              <a:custGeom>
                <a:avLst/>
                <a:gdLst/>
                <a:ahLst/>
                <a:cxnLst/>
                <a:rect l="l" t="t" r="r" b="b"/>
                <a:pathLst>
                  <a:path w="795761" h="158820">
                    <a:moveTo>
                      <a:pt x="39098" y="0"/>
                    </a:moveTo>
                    <a:lnTo>
                      <a:pt x="756663" y="0"/>
                    </a:lnTo>
                    <a:cubicBezTo>
                      <a:pt x="778256" y="0"/>
                      <a:pt x="795761" y="17505"/>
                      <a:pt x="795761" y="39098"/>
                    </a:cubicBezTo>
                    <a:lnTo>
                      <a:pt x="795761" y="119721"/>
                    </a:lnTo>
                    <a:cubicBezTo>
                      <a:pt x="795761" y="141315"/>
                      <a:pt x="778256" y="158820"/>
                      <a:pt x="756663" y="158820"/>
                    </a:cubicBezTo>
                    <a:lnTo>
                      <a:pt x="39098" y="158820"/>
                    </a:lnTo>
                    <a:cubicBezTo>
                      <a:pt x="17505" y="158820"/>
                      <a:pt x="0" y="141315"/>
                      <a:pt x="0" y="119721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795761" cy="196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254913" y="174281"/>
              <a:ext cx="4236435" cy="66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4"/>
                </a:lnSpc>
                <a:spcBef>
                  <a:spcPct val="0"/>
                </a:spcBef>
              </a:pPr>
              <a:r>
                <a:rPr lang="en-US" sz="3003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Désorganisation</a:t>
              </a:r>
              <a:endParaRPr lang="en-US" sz="30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1606815"/>
              <a:ext cx="5156533" cy="644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Fraude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38198" y="196391"/>
              <a:ext cx="5156533" cy="644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Lenteur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86230" y="1606815"/>
              <a:ext cx="5156533" cy="644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Inefficacité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076396" y="196391"/>
              <a:ext cx="5156533" cy="644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Risque vital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080525" y="1606815"/>
              <a:ext cx="5156533" cy="644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Silence médical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9380713" cy="1312616"/>
            <a:chOff x="0" y="0"/>
            <a:chExt cx="5104385" cy="345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4385" cy="345710"/>
            </a:xfrm>
            <a:custGeom>
              <a:avLst/>
              <a:gdLst/>
              <a:ahLst/>
              <a:cxnLst/>
              <a:rect l="l" t="t" r="r" b="b"/>
              <a:pathLst>
                <a:path w="5104385" h="345710">
                  <a:moveTo>
                    <a:pt x="0" y="0"/>
                  </a:moveTo>
                  <a:lnTo>
                    <a:pt x="5104385" y="0"/>
                  </a:lnTo>
                  <a:lnTo>
                    <a:pt x="5104385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04385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5390" y="0"/>
            <a:ext cx="11519700" cy="1312616"/>
            <a:chOff x="0" y="0"/>
            <a:chExt cx="1784703" cy="203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2"/>
              <a:stretch>
                <a:fillRect t="-242006" b="-2420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61814" y="2044864"/>
            <a:ext cx="9410886" cy="8242136"/>
            <a:chOff x="0" y="0"/>
            <a:chExt cx="12547848" cy="10989515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355848" y="338238"/>
              <a:ext cx="12192000" cy="9686925"/>
              <a:chOff x="0" y="0"/>
              <a:chExt cx="3901440" cy="309981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7000" y="190500"/>
                <a:ext cx="36576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2413000">
                    <a:moveTo>
                      <a:pt x="3657600" y="2413000"/>
                    </a:moveTo>
                    <a:lnTo>
                      <a:pt x="0" y="2413000"/>
                    </a:lnTo>
                    <a:lnTo>
                      <a:pt x="0" y="0"/>
                    </a:lnTo>
                    <a:lnTo>
                      <a:pt x="3657600" y="0"/>
                    </a:lnTo>
                    <a:lnTo>
                      <a:pt x="3657600" y="241300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526" b="-526"/>
                </a:stretch>
              </a:blipFill>
            </p:spPr>
          </p:sp>
          <p:sp>
            <p:nvSpPr>
              <p:cNvPr id="10" name="Freeform 10"/>
              <p:cNvSpPr/>
              <p:nvPr/>
            </p:nvSpPr>
            <p:spPr>
              <a:xfrm>
                <a:off x="0" y="0"/>
                <a:ext cx="3901440" cy="3099816"/>
              </a:xfrm>
              <a:custGeom>
                <a:avLst/>
                <a:gdLst/>
                <a:ahLst/>
                <a:cxnLst/>
                <a:rect l="l" t="t" r="r" b="b"/>
                <a:pathLst>
                  <a:path w="3901440" h="3099816">
                    <a:moveTo>
                      <a:pt x="3901440" y="3099816"/>
                    </a:moveTo>
                    <a:lnTo>
                      <a:pt x="0" y="3099816"/>
                    </a:lnTo>
                    <a:lnTo>
                      <a:pt x="0" y="0"/>
                    </a:lnTo>
                    <a:lnTo>
                      <a:pt x="3901440" y="0"/>
                    </a:lnTo>
                    <a:lnTo>
                      <a:pt x="3901440" y="3099816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29" b="-29"/>
                </a:stretch>
              </a:blipFill>
            </p:spPr>
          </p:sp>
        </p:grpSp>
        <p:sp>
          <p:nvSpPr>
            <p:cNvPr id="11" name="Freeform 11"/>
            <p:cNvSpPr/>
            <p:nvPr/>
          </p:nvSpPr>
          <p:spPr>
            <a:xfrm>
              <a:off x="0" y="0"/>
              <a:ext cx="1147432" cy="1150308"/>
            </a:xfrm>
            <a:custGeom>
              <a:avLst/>
              <a:gdLst/>
              <a:ahLst/>
              <a:cxnLst/>
              <a:rect l="l" t="t" r="r" b="b"/>
              <a:pathLst>
                <a:path w="1147432" h="1150308">
                  <a:moveTo>
                    <a:pt x="0" y="0"/>
                  </a:moveTo>
                  <a:lnTo>
                    <a:pt x="1147432" y="0"/>
                  </a:lnTo>
                  <a:lnTo>
                    <a:pt x="1147432" y="1150308"/>
                  </a:lnTo>
                  <a:lnTo>
                    <a:pt x="0" y="1150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1001173" y="9538452"/>
              <a:ext cx="1546675" cy="1451062"/>
            </a:xfrm>
            <a:custGeom>
              <a:avLst/>
              <a:gdLst/>
              <a:ahLst/>
              <a:cxnLst/>
              <a:rect l="l" t="t" r="r" b="b"/>
              <a:pathLst>
                <a:path w="1546675" h="1451062">
                  <a:moveTo>
                    <a:pt x="0" y="0"/>
                  </a:moveTo>
                  <a:lnTo>
                    <a:pt x="1546675" y="0"/>
                  </a:lnTo>
                  <a:lnTo>
                    <a:pt x="1546675" y="1451063"/>
                  </a:lnTo>
                  <a:lnTo>
                    <a:pt x="0" y="1451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232533" y="9069283"/>
            <a:ext cx="2622575" cy="988905"/>
            <a:chOff x="0" y="0"/>
            <a:chExt cx="3496767" cy="13185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76516" cy="1318541"/>
            </a:xfrm>
            <a:custGeom>
              <a:avLst/>
              <a:gdLst/>
              <a:ahLst/>
              <a:cxnLst/>
              <a:rect l="l" t="t" r="r" b="b"/>
              <a:pathLst>
                <a:path w="1576516" h="1318541">
                  <a:moveTo>
                    <a:pt x="0" y="0"/>
                  </a:moveTo>
                  <a:lnTo>
                    <a:pt x="1576516" y="0"/>
                  </a:lnTo>
                  <a:lnTo>
                    <a:pt x="1576516" y="1318541"/>
                  </a:lnTo>
                  <a:lnTo>
                    <a:pt x="0" y="1318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2000043" y="0"/>
              <a:ext cx="1496724" cy="1279018"/>
            </a:xfrm>
            <a:custGeom>
              <a:avLst/>
              <a:gdLst/>
              <a:ahLst/>
              <a:cxnLst/>
              <a:rect l="l" t="t" r="r" b="b"/>
              <a:pathLst>
                <a:path w="1496724" h="1279018">
                  <a:moveTo>
                    <a:pt x="0" y="0"/>
                  </a:moveTo>
                  <a:lnTo>
                    <a:pt x="1496724" y="0"/>
                  </a:lnTo>
                  <a:lnTo>
                    <a:pt x="1496724" y="1279018"/>
                  </a:lnTo>
                  <a:lnTo>
                    <a:pt x="0" y="1279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352445" y="2364506"/>
            <a:ext cx="7625081" cy="1305240"/>
            <a:chOff x="0" y="0"/>
            <a:chExt cx="10166774" cy="174032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724118"/>
              <a:ext cx="10166774" cy="1016202"/>
              <a:chOff x="0" y="0"/>
              <a:chExt cx="1819978" cy="1819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0207" y="0"/>
                <a:ext cx="1799564" cy="181913"/>
              </a:xfrm>
              <a:custGeom>
                <a:avLst/>
                <a:gdLst/>
                <a:ahLst/>
                <a:cxnLst/>
                <a:rect l="l" t="t" r="r" b="b"/>
                <a:pathLst>
                  <a:path w="1799564" h="181913">
                    <a:moveTo>
                      <a:pt x="235623" y="0"/>
                    </a:moveTo>
                    <a:lnTo>
                      <a:pt x="1794129" y="0"/>
                    </a:lnTo>
                    <a:cubicBezTo>
                      <a:pt x="1796443" y="0"/>
                      <a:pt x="1798503" y="1465"/>
                      <a:pt x="1799263" y="3651"/>
                    </a:cubicBezTo>
                    <a:cubicBezTo>
                      <a:pt x="1800022" y="5837"/>
                      <a:pt x="1799314" y="8264"/>
                      <a:pt x="1797499" y="9699"/>
                    </a:cubicBezTo>
                    <a:lnTo>
                      <a:pt x="1591856" y="172214"/>
                    </a:lnTo>
                    <a:cubicBezTo>
                      <a:pt x="1583907" y="178496"/>
                      <a:pt x="1574072" y="181913"/>
                      <a:pt x="1563941" y="181913"/>
                    </a:cubicBezTo>
                    <a:lnTo>
                      <a:pt x="5435" y="181913"/>
                    </a:lnTo>
                    <a:cubicBezTo>
                      <a:pt x="3121" y="181913"/>
                      <a:pt x="1061" y="180448"/>
                      <a:pt x="302" y="178262"/>
                    </a:cubicBezTo>
                    <a:cubicBezTo>
                      <a:pt x="-458" y="176076"/>
                      <a:pt x="250" y="173649"/>
                      <a:pt x="2066" y="172214"/>
                    </a:cubicBezTo>
                    <a:lnTo>
                      <a:pt x="207708" y="9699"/>
                    </a:lnTo>
                    <a:cubicBezTo>
                      <a:pt x="215657" y="3417"/>
                      <a:pt x="225492" y="0"/>
                      <a:pt x="235623" y="0"/>
                    </a:cubicBez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54000" y="-38100"/>
                <a:ext cx="1311978" cy="220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737505" y="0"/>
              <a:ext cx="1526978" cy="1646741"/>
            </a:xfrm>
            <a:custGeom>
              <a:avLst/>
              <a:gdLst/>
              <a:ahLst/>
              <a:cxnLst/>
              <a:rect l="l" t="t" r="r" b="b"/>
              <a:pathLst>
                <a:path w="1526978" h="1646741">
                  <a:moveTo>
                    <a:pt x="0" y="0"/>
                  </a:moveTo>
                  <a:lnTo>
                    <a:pt x="1526978" y="0"/>
                  </a:lnTo>
                  <a:lnTo>
                    <a:pt x="1526978" y="1646741"/>
                  </a:lnTo>
                  <a:lnTo>
                    <a:pt x="0" y="1646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3471412" y="480758"/>
              <a:ext cx="5216817" cy="1165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25"/>
                </a:lnSpc>
                <a:spcBef>
                  <a:spcPct val="0"/>
                </a:spcBef>
              </a:pPr>
              <a:r>
                <a:rPr lang="en-US" sz="53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Académique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172700" y="4536679"/>
            <a:ext cx="7625081" cy="1394461"/>
            <a:chOff x="0" y="0"/>
            <a:chExt cx="10166774" cy="1859281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761791"/>
              <a:ext cx="10166774" cy="1097490"/>
              <a:chOff x="0" y="0"/>
              <a:chExt cx="1819978" cy="19646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874" y="0"/>
                <a:ext cx="1800229" cy="196464"/>
              </a:xfrm>
              <a:custGeom>
                <a:avLst/>
                <a:gdLst/>
                <a:ahLst/>
                <a:cxnLst/>
                <a:rect l="l" t="t" r="r" b="b"/>
                <a:pathLst>
                  <a:path w="1800229" h="196464">
                    <a:moveTo>
                      <a:pt x="235956" y="0"/>
                    </a:moveTo>
                    <a:lnTo>
                      <a:pt x="1794462" y="0"/>
                    </a:lnTo>
                    <a:cubicBezTo>
                      <a:pt x="1796878" y="0"/>
                      <a:pt x="1799037" y="1506"/>
                      <a:pt x="1799873" y="3772"/>
                    </a:cubicBezTo>
                    <a:cubicBezTo>
                      <a:pt x="1800709" y="6039"/>
                      <a:pt x="1800044" y="8586"/>
                      <a:pt x="1798206" y="10155"/>
                    </a:cubicBezTo>
                    <a:lnTo>
                      <a:pt x="1591814" y="186309"/>
                    </a:lnTo>
                    <a:cubicBezTo>
                      <a:pt x="1584135" y="192864"/>
                      <a:pt x="1574370" y="196464"/>
                      <a:pt x="1564274" y="196464"/>
                    </a:cubicBezTo>
                    <a:lnTo>
                      <a:pt x="5768" y="196464"/>
                    </a:lnTo>
                    <a:cubicBezTo>
                      <a:pt x="3352" y="196464"/>
                      <a:pt x="1193" y="194959"/>
                      <a:pt x="357" y="192692"/>
                    </a:cubicBezTo>
                    <a:cubicBezTo>
                      <a:pt x="-479" y="190425"/>
                      <a:pt x="186" y="187878"/>
                      <a:pt x="2024" y="186309"/>
                    </a:cubicBezTo>
                    <a:lnTo>
                      <a:pt x="208416" y="10155"/>
                    </a:lnTo>
                    <a:cubicBezTo>
                      <a:pt x="216095" y="3601"/>
                      <a:pt x="225860" y="0"/>
                      <a:pt x="235956" y="0"/>
                    </a:cubicBez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54000" y="-38100"/>
                <a:ext cx="1311978" cy="234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497086" y="0"/>
              <a:ext cx="2007057" cy="1618190"/>
            </a:xfrm>
            <a:custGeom>
              <a:avLst/>
              <a:gdLst/>
              <a:ahLst/>
              <a:cxnLst/>
              <a:rect l="l" t="t" r="r" b="b"/>
              <a:pathLst>
                <a:path w="2007057" h="1618190">
                  <a:moveTo>
                    <a:pt x="0" y="0"/>
                  </a:moveTo>
                  <a:lnTo>
                    <a:pt x="2007057" y="0"/>
                  </a:lnTo>
                  <a:lnTo>
                    <a:pt x="2007057" y="1618190"/>
                  </a:lnTo>
                  <a:lnTo>
                    <a:pt x="0" y="1618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3039336" y="532190"/>
              <a:ext cx="6080969" cy="1165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25"/>
                </a:lnSpc>
                <a:spcBef>
                  <a:spcPct val="0"/>
                </a:spcBef>
              </a:pPr>
              <a:r>
                <a:rPr lang="en-US" sz="5303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Administratifs</a:t>
              </a:r>
              <a:r>
                <a:rPr lang="en-US" sz="5303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352445" y="6671481"/>
            <a:ext cx="7625081" cy="1745475"/>
            <a:chOff x="0" y="0"/>
            <a:chExt cx="10166774" cy="2327299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1163650"/>
              <a:ext cx="10166774" cy="1163650"/>
              <a:chOff x="0" y="0"/>
              <a:chExt cx="1819978" cy="20830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15" y="0"/>
                <a:ext cx="1800748" cy="208308"/>
              </a:xfrm>
              <a:custGeom>
                <a:avLst/>
                <a:gdLst/>
                <a:ahLst/>
                <a:cxnLst/>
                <a:rect l="l" t="t" r="r" b="b"/>
                <a:pathLst>
                  <a:path w="1800748" h="208308">
                    <a:moveTo>
                      <a:pt x="236215" y="0"/>
                    </a:moveTo>
                    <a:lnTo>
                      <a:pt x="1794721" y="0"/>
                    </a:lnTo>
                    <a:cubicBezTo>
                      <a:pt x="1797213" y="0"/>
                      <a:pt x="1799449" y="1534"/>
                      <a:pt x="1800345" y="3860"/>
                    </a:cubicBezTo>
                    <a:cubicBezTo>
                      <a:pt x="1801241" y="6186"/>
                      <a:pt x="1800613" y="8823"/>
                      <a:pt x="1798765" y="10496"/>
                    </a:cubicBezTo>
                    <a:lnTo>
                      <a:pt x="1591774" y="197812"/>
                    </a:lnTo>
                    <a:cubicBezTo>
                      <a:pt x="1584309" y="204567"/>
                      <a:pt x="1574601" y="208308"/>
                      <a:pt x="1564533" y="208308"/>
                    </a:cubicBezTo>
                    <a:lnTo>
                      <a:pt x="6027" y="208308"/>
                    </a:lnTo>
                    <a:cubicBezTo>
                      <a:pt x="3535" y="208308"/>
                      <a:pt x="1299" y="206773"/>
                      <a:pt x="403" y="204448"/>
                    </a:cubicBezTo>
                    <a:cubicBezTo>
                      <a:pt x="-493" y="202122"/>
                      <a:pt x="135" y="199484"/>
                      <a:pt x="1983" y="197812"/>
                    </a:cubicBezTo>
                    <a:lnTo>
                      <a:pt x="208974" y="10496"/>
                    </a:lnTo>
                    <a:cubicBezTo>
                      <a:pt x="216439" y="3741"/>
                      <a:pt x="226147" y="0"/>
                      <a:pt x="236215" y="0"/>
                    </a:cubicBez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54000" y="-38100"/>
                <a:ext cx="1311978" cy="2464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525313" y="0"/>
              <a:ext cx="2549830" cy="2327299"/>
            </a:xfrm>
            <a:custGeom>
              <a:avLst/>
              <a:gdLst/>
              <a:ahLst/>
              <a:cxnLst/>
              <a:rect l="l" t="t" r="r" b="b"/>
              <a:pathLst>
                <a:path w="2549830" h="2327299">
                  <a:moveTo>
                    <a:pt x="0" y="0"/>
                  </a:moveTo>
                  <a:lnTo>
                    <a:pt x="2549830" y="0"/>
                  </a:lnTo>
                  <a:lnTo>
                    <a:pt x="2549830" y="2327299"/>
                  </a:lnTo>
                  <a:lnTo>
                    <a:pt x="0" y="2327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3840117" y="1000208"/>
              <a:ext cx="4479408" cy="1165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25"/>
                </a:lnSpc>
                <a:spcBef>
                  <a:spcPct val="0"/>
                </a:spcBef>
              </a:pPr>
              <a:r>
                <a:rPr lang="en-US" sz="53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Financiers 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43586" y="326603"/>
            <a:ext cx="7981805" cy="5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7"/>
              </a:lnSpc>
              <a:spcBef>
                <a:spcPct val="0"/>
              </a:spcBef>
            </a:pPr>
            <a:r>
              <a:rPr lang="en-US" sz="350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School Management System (SMS)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2431" y="6978371"/>
            <a:ext cx="672117" cy="672117"/>
          </a:xfrm>
          <a:custGeom>
            <a:avLst/>
            <a:gdLst/>
            <a:ahLst/>
            <a:cxnLst/>
            <a:rect l="l" t="t" r="r" b="b"/>
            <a:pathLst>
              <a:path w="672117" h="672117">
                <a:moveTo>
                  <a:pt x="0" y="0"/>
                </a:moveTo>
                <a:lnTo>
                  <a:pt x="672118" y="0"/>
                </a:lnTo>
                <a:lnTo>
                  <a:pt x="672118" y="672118"/>
                </a:lnTo>
                <a:lnTo>
                  <a:pt x="0" y="6721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31DCB4-E381-1A89-496C-5D2B7F09A8E7}"/>
              </a:ext>
            </a:extLst>
          </p:cNvPr>
          <p:cNvGrpSpPr/>
          <p:nvPr/>
        </p:nvGrpSpPr>
        <p:grpSpPr>
          <a:xfrm>
            <a:off x="0" y="0"/>
            <a:ext cx="6286151" cy="10286999"/>
            <a:chOff x="0" y="0"/>
            <a:chExt cx="6286151" cy="102869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86151" cy="4190767"/>
            </a:xfrm>
            <a:custGeom>
              <a:avLst/>
              <a:gdLst/>
              <a:ahLst/>
              <a:cxnLst/>
              <a:rect l="l" t="t" r="r" b="b"/>
              <a:pathLst>
                <a:path w="6286151" h="4190767">
                  <a:moveTo>
                    <a:pt x="0" y="0"/>
                  </a:moveTo>
                  <a:lnTo>
                    <a:pt x="6286151" y="0"/>
                  </a:lnTo>
                  <a:lnTo>
                    <a:pt x="6286151" y="4190767"/>
                  </a:lnTo>
                  <a:lnTo>
                    <a:pt x="0" y="4190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79881" y="4099387"/>
              <a:ext cx="3935500" cy="6187612"/>
              <a:chOff x="0" y="-38100"/>
              <a:chExt cx="1640870" cy="257986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640870" cy="2541766"/>
              </a:xfrm>
              <a:custGeom>
                <a:avLst/>
                <a:gdLst/>
                <a:ahLst/>
                <a:cxnLst/>
                <a:rect l="l" t="t" r="r" b="b"/>
                <a:pathLst>
                  <a:path w="1640870" h="2169188">
                    <a:moveTo>
                      <a:pt x="0" y="0"/>
                    </a:moveTo>
                    <a:lnTo>
                      <a:pt x="1640870" y="0"/>
                    </a:lnTo>
                    <a:lnTo>
                      <a:pt x="1640870" y="2169188"/>
                    </a:lnTo>
                    <a:lnTo>
                      <a:pt x="0" y="2169188"/>
                    </a:ln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640870" cy="2207288"/>
              </a:xfrm>
              <a:prstGeom prst="rect">
                <a:avLst/>
              </a:prstGeom>
            </p:spPr>
            <p:txBody>
              <a:bodyPr lIns="32090" tIns="32090" rIns="32090" bIns="3209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D6BDABD-9DBB-C759-B4D3-40D9BBE5F04B}"/>
              </a:ext>
            </a:extLst>
          </p:cNvPr>
          <p:cNvGrpSpPr/>
          <p:nvPr/>
        </p:nvGrpSpPr>
        <p:grpSpPr>
          <a:xfrm>
            <a:off x="140893" y="9019283"/>
            <a:ext cx="5040707" cy="1216402"/>
            <a:chOff x="125621" y="9019283"/>
            <a:chExt cx="5040707" cy="1216402"/>
          </a:xfrm>
        </p:grpSpPr>
        <p:sp>
          <p:nvSpPr>
            <p:cNvPr id="16" name="Freeform 16"/>
            <p:cNvSpPr/>
            <p:nvPr/>
          </p:nvSpPr>
          <p:spPr>
            <a:xfrm>
              <a:off x="125621" y="9019283"/>
              <a:ext cx="478035" cy="478035"/>
            </a:xfrm>
            <a:custGeom>
              <a:avLst/>
              <a:gdLst/>
              <a:ahLst/>
              <a:cxnLst/>
              <a:rect l="l" t="t" r="r" b="b"/>
              <a:pathLst>
                <a:path w="478035" h="478035">
                  <a:moveTo>
                    <a:pt x="0" y="0"/>
                  </a:moveTo>
                  <a:lnTo>
                    <a:pt x="478035" y="0"/>
                  </a:lnTo>
                  <a:lnTo>
                    <a:pt x="478035" y="478034"/>
                  </a:lnTo>
                  <a:lnTo>
                    <a:pt x="0" y="47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28933" y="9632824"/>
              <a:ext cx="4637395" cy="602861"/>
            </a:xfrm>
            <a:custGeom>
              <a:avLst/>
              <a:gdLst/>
              <a:ahLst/>
              <a:cxnLst/>
              <a:rect l="l" t="t" r="r" b="b"/>
              <a:pathLst>
                <a:path w="4637395" h="602861">
                  <a:moveTo>
                    <a:pt x="0" y="0"/>
                  </a:moveTo>
                  <a:lnTo>
                    <a:pt x="4637396" y="0"/>
                  </a:lnTo>
                  <a:lnTo>
                    <a:pt x="4637396" y="602861"/>
                  </a:lnTo>
                  <a:lnTo>
                    <a:pt x="0" y="602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62849E-140C-239A-6D12-87E9AD6DCAD6}"/>
              </a:ext>
            </a:extLst>
          </p:cNvPr>
          <p:cNvGrpSpPr/>
          <p:nvPr/>
        </p:nvGrpSpPr>
        <p:grpSpPr>
          <a:xfrm>
            <a:off x="6007915" y="-437898"/>
            <a:ext cx="6242120" cy="10839198"/>
            <a:chOff x="6007915" y="-552198"/>
            <a:chExt cx="6242120" cy="10839198"/>
          </a:xfrm>
        </p:grpSpPr>
        <p:grpSp>
          <p:nvGrpSpPr>
            <p:cNvPr id="8" name="Group 8"/>
            <p:cNvGrpSpPr/>
            <p:nvPr/>
          </p:nvGrpSpPr>
          <p:grpSpPr>
            <a:xfrm>
              <a:off x="7176250" y="-133832"/>
              <a:ext cx="3935500" cy="10420832"/>
              <a:chOff x="0" y="-55800"/>
              <a:chExt cx="1640870" cy="434486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-55800"/>
                <a:ext cx="1640870" cy="4344867"/>
              </a:xfrm>
              <a:custGeom>
                <a:avLst/>
                <a:gdLst/>
                <a:ahLst/>
                <a:cxnLst/>
                <a:rect l="l" t="t" r="r" b="b"/>
                <a:pathLst>
                  <a:path w="1640870" h="4289067">
                    <a:moveTo>
                      <a:pt x="0" y="0"/>
                    </a:moveTo>
                    <a:lnTo>
                      <a:pt x="1640870" y="0"/>
                    </a:lnTo>
                    <a:lnTo>
                      <a:pt x="1640870" y="4289067"/>
                    </a:lnTo>
                    <a:lnTo>
                      <a:pt x="0" y="4289067"/>
                    </a:lnTo>
                    <a:close/>
                  </a:path>
                </a:pathLst>
              </a:custGeom>
              <a:solidFill>
                <a:srgbClr val="FA980B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640870" cy="4327167"/>
              </a:xfrm>
              <a:prstGeom prst="rect">
                <a:avLst/>
              </a:prstGeom>
            </p:spPr>
            <p:txBody>
              <a:bodyPr lIns="32090" tIns="32090" rIns="32090" bIns="3209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6007915" y="6074272"/>
              <a:ext cx="6242120" cy="4161413"/>
            </a:xfrm>
            <a:custGeom>
              <a:avLst/>
              <a:gdLst/>
              <a:ahLst/>
              <a:cxnLst/>
              <a:rect l="l" t="t" r="r" b="b"/>
              <a:pathLst>
                <a:path w="6242120" h="4161413">
                  <a:moveTo>
                    <a:pt x="0" y="0"/>
                  </a:moveTo>
                  <a:lnTo>
                    <a:pt x="6242120" y="0"/>
                  </a:lnTo>
                  <a:lnTo>
                    <a:pt x="6242120" y="4161413"/>
                  </a:lnTo>
                  <a:lnTo>
                    <a:pt x="0" y="416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 rot="-2924549">
              <a:off x="5025924" y="3103396"/>
              <a:ext cx="7806524" cy="495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8"/>
                </a:lnSpc>
                <a:spcBef>
                  <a:spcPct val="0"/>
                </a:spcBef>
              </a:pPr>
              <a:r>
                <a:rPr lang="en-US" sz="2998" b="1" i="1" dirty="0" err="1">
                  <a:solidFill>
                    <a:srgbClr val="00225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L'Autonomie</a:t>
              </a:r>
              <a:r>
                <a:rPr lang="en-US" sz="2998" b="1" i="1" dirty="0">
                  <a:solidFill>
                    <a:srgbClr val="00225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 et </a:t>
              </a:r>
              <a:r>
                <a:rPr lang="en-US" sz="2998" b="1" i="1" dirty="0" err="1">
                  <a:solidFill>
                    <a:srgbClr val="00225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l'Efficacité</a:t>
              </a:r>
              <a:endParaRPr lang="en-US" sz="2998" b="1" i="1" dirty="0">
                <a:solidFill>
                  <a:srgbClr val="00225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 rot="-2924549">
            <a:off x="-924713" y="6358040"/>
            <a:ext cx="7806524" cy="49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8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 Pilotage en Temps Réel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09D4C7-7B0F-702A-49AD-DFAF0690D6D7}"/>
              </a:ext>
            </a:extLst>
          </p:cNvPr>
          <p:cNvGrpSpPr/>
          <p:nvPr/>
        </p:nvGrpSpPr>
        <p:grpSpPr>
          <a:xfrm>
            <a:off x="11953258" y="-19533"/>
            <a:ext cx="6315450" cy="11482064"/>
            <a:chOff x="11953258" y="-19533"/>
            <a:chExt cx="6315450" cy="11482064"/>
          </a:xfrm>
        </p:grpSpPr>
        <p:sp>
          <p:nvSpPr>
            <p:cNvPr id="4" name="TextBox 4"/>
            <p:cNvSpPr txBox="1"/>
            <p:nvPr/>
          </p:nvSpPr>
          <p:spPr>
            <a:xfrm>
              <a:off x="14342343" y="10140435"/>
              <a:ext cx="2556245" cy="329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828"/>
                </a:lnSpc>
              </a:pPr>
              <a:r>
                <a:rPr lang="en-US" sz="1571" b="1" spc="14">
                  <a:solidFill>
                    <a:srgbClr val="00225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4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3297785" y="1175531"/>
              <a:ext cx="3935500" cy="10287000"/>
              <a:chOff x="0" y="0"/>
              <a:chExt cx="1640870" cy="428906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640870" cy="4289067"/>
              </a:xfrm>
              <a:custGeom>
                <a:avLst/>
                <a:gdLst/>
                <a:ahLst/>
                <a:cxnLst/>
                <a:rect l="l" t="t" r="r" b="b"/>
                <a:pathLst>
                  <a:path w="1640870" h="4289067">
                    <a:moveTo>
                      <a:pt x="0" y="0"/>
                    </a:moveTo>
                    <a:lnTo>
                      <a:pt x="1640870" y="0"/>
                    </a:lnTo>
                    <a:lnTo>
                      <a:pt x="1640870" y="4289067"/>
                    </a:lnTo>
                    <a:lnTo>
                      <a:pt x="0" y="4289067"/>
                    </a:ln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640870" cy="4327167"/>
              </a:xfrm>
              <a:prstGeom prst="rect">
                <a:avLst/>
              </a:prstGeom>
            </p:spPr>
            <p:txBody>
              <a:bodyPr lIns="32090" tIns="32090" rIns="32090" bIns="3209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 rot="18675451">
              <a:off x="11541284" y="6585915"/>
              <a:ext cx="7806524" cy="1041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698" lvl="1" algn="ctr">
                <a:lnSpc>
                  <a:spcPts val="4198"/>
                </a:lnSpc>
                <a:spcBef>
                  <a:spcPct val="0"/>
                </a:spcBef>
              </a:pPr>
              <a:r>
                <a:rPr lang="en-US" sz="2998" b="1" i="1" dirty="0">
                  <a:solidFill>
                    <a:srgbClr val="FFFFFF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Une Confiance </a:t>
              </a:r>
              <a:r>
                <a:rPr lang="en-US" sz="2998" b="1" i="1" dirty="0" err="1">
                  <a:solidFill>
                    <a:srgbClr val="FFFFFF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en</a:t>
              </a:r>
              <a:r>
                <a:rPr lang="en-US" sz="2998" b="1" i="1" dirty="0">
                  <a:solidFill>
                    <a:srgbClr val="FFFFFF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 Poche</a:t>
              </a:r>
            </a:p>
            <a:p>
              <a:pPr algn="ctr">
                <a:lnSpc>
                  <a:spcPts val="4198"/>
                </a:lnSpc>
                <a:spcBef>
                  <a:spcPct val="0"/>
                </a:spcBef>
              </a:pPr>
              <a:endParaRPr lang="en-US" sz="2998" b="1" i="1" dirty="0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endParaRPr>
            </a:p>
          </p:txBody>
        </p:sp>
        <p:sp>
          <p:nvSpPr>
            <p:cNvPr id="25" name="Freeform 15"/>
            <p:cNvSpPr/>
            <p:nvPr/>
          </p:nvSpPr>
          <p:spPr>
            <a:xfrm>
              <a:off x="11953258" y="-19533"/>
              <a:ext cx="6315450" cy="4210300"/>
            </a:xfrm>
            <a:custGeom>
              <a:avLst/>
              <a:gdLst/>
              <a:ahLst/>
              <a:cxnLst/>
              <a:rect l="l" t="t" r="r" b="b"/>
              <a:pathLst>
                <a:path w="6315450" h="4210300">
                  <a:moveTo>
                    <a:pt x="0" y="0"/>
                  </a:moveTo>
                  <a:lnTo>
                    <a:pt x="6315449" y="0"/>
                  </a:lnTo>
                  <a:lnTo>
                    <a:pt x="6315449" y="4210300"/>
                  </a:lnTo>
                  <a:lnTo>
                    <a:pt x="0" y="421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1" presetClass="entr" presetSubtype="1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/>
          <p:cNvSpPr/>
          <p:nvPr/>
        </p:nvSpPr>
        <p:spPr>
          <a:xfrm flipV="1">
            <a:off x="11380804" y="408280"/>
            <a:ext cx="0" cy="9491703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8543491" cy="1312616"/>
            <a:chOff x="0" y="0"/>
            <a:chExt cx="2250137" cy="3457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50137" cy="345710"/>
            </a:xfrm>
            <a:custGeom>
              <a:avLst/>
              <a:gdLst/>
              <a:ahLst/>
              <a:cxnLst/>
              <a:rect l="l" t="t" r="r" b="b"/>
              <a:pathLst>
                <a:path w="2250137" h="345710">
                  <a:moveTo>
                    <a:pt x="0" y="0"/>
                  </a:moveTo>
                  <a:lnTo>
                    <a:pt x="2250137" y="0"/>
                  </a:lnTo>
                  <a:lnTo>
                    <a:pt x="225013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5013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9107281" y="3997122"/>
            <a:ext cx="3527149" cy="2596863"/>
          </a:xfrm>
          <a:custGeom>
            <a:avLst/>
            <a:gdLst/>
            <a:ahLst/>
            <a:cxnLst/>
            <a:rect l="l" t="t" r="r" b="b"/>
            <a:pathLst>
              <a:path w="3527149" h="2596863">
                <a:moveTo>
                  <a:pt x="0" y="0"/>
                </a:moveTo>
                <a:lnTo>
                  <a:pt x="3527149" y="0"/>
                </a:lnTo>
                <a:lnTo>
                  <a:pt x="3527149" y="2596864"/>
                </a:lnTo>
                <a:lnTo>
                  <a:pt x="0" y="259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A94F1ED-034F-FE16-416E-EC34157F8E8E}"/>
              </a:ext>
            </a:extLst>
          </p:cNvPr>
          <p:cNvGrpSpPr/>
          <p:nvPr/>
        </p:nvGrpSpPr>
        <p:grpSpPr>
          <a:xfrm>
            <a:off x="566587" y="218565"/>
            <a:ext cx="8932670" cy="9919941"/>
            <a:chOff x="566587" y="218565"/>
            <a:chExt cx="8932670" cy="991994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705EA16-DB61-0DBD-4864-AE62C341C32E}"/>
                </a:ext>
              </a:extLst>
            </p:cNvPr>
            <p:cNvGrpSpPr/>
            <p:nvPr/>
          </p:nvGrpSpPr>
          <p:grpSpPr>
            <a:xfrm>
              <a:off x="566587" y="8952288"/>
              <a:ext cx="7820581" cy="1186218"/>
              <a:chOff x="566587" y="8952288"/>
              <a:chExt cx="7820581" cy="118621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66587" y="8952288"/>
                <a:ext cx="1899450" cy="1186218"/>
              </a:xfrm>
              <a:custGeom>
                <a:avLst/>
                <a:gdLst/>
                <a:ahLst/>
                <a:cxnLst/>
                <a:rect l="l" t="t" r="r" b="b"/>
                <a:pathLst>
                  <a:path w="1899450" h="1186218">
                    <a:moveTo>
                      <a:pt x="0" y="0"/>
                    </a:moveTo>
                    <a:lnTo>
                      <a:pt x="1899450" y="0"/>
                    </a:lnTo>
                    <a:lnTo>
                      <a:pt x="1899450" y="1186218"/>
                    </a:lnTo>
                    <a:lnTo>
                      <a:pt x="0" y="118621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2888563" y="9173929"/>
                <a:ext cx="5498605" cy="616822"/>
                <a:chOff x="0" y="0"/>
                <a:chExt cx="1856941" cy="208308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3334" y="0"/>
                  <a:ext cx="1830274" cy="208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274" h="208308">
                      <a:moveTo>
                        <a:pt x="238545" y="0"/>
                      </a:moveTo>
                      <a:lnTo>
                        <a:pt x="1821916" y="0"/>
                      </a:lnTo>
                      <a:cubicBezTo>
                        <a:pt x="1825372" y="0"/>
                        <a:pt x="1828472" y="2128"/>
                        <a:pt x="1829715" y="5353"/>
                      </a:cubicBezTo>
                      <a:cubicBezTo>
                        <a:pt x="1830957" y="8578"/>
                        <a:pt x="1830086" y="12236"/>
                        <a:pt x="1827524" y="14555"/>
                      </a:cubicBezTo>
                      <a:lnTo>
                        <a:pt x="1629504" y="193753"/>
                      </a:lnTo>
                      <a:cubicBezTo>
                        <a:pt x="1619152" y="203120"/>
                        <a:pt x="1605689" y="208308"/>
                        <a:pt x="1591728" y="208308"/>
                      </a:cubicBezTo>
                      <a:lnTo>
                        <a:pt x="8358" y="208308"/>
                      </a:lnTo>
                      <a:cubicBezTo>
                        <a:pt x="4901" y="208308"/>
                        <a:pt x="1801" y="206180"/>
                        <a:pt x="559" y="202955"/>
                      </a:cubicBezTo>
                      <a:cubicBezTo>
                        <a:pt x="-684" y="199729"/>
                        <a:pt x="187" y="196072"/>
                        <a:pt x="2750" y="193753"/>
                      </a:cubicBezTo>
                      <a:lnTo>
                        <a:pt x="200770" y="14555"/>
                      </a:lnTo>
                      <a:cubicBezTo>
                        <a:pt x="211121" y="5187"/>
                        <a:pt x="224584" y="0"/>
                        <a:pt x="238545" y="0"/>
                      </a:cubicBezTo>
                      <a:close/>
                    </a:path>
                  </a:pathLst>
                </a:custGeom>
                <a:solidFill>
                  <a:srgbClr val="002250"/>
                </a:solidFill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54000" y="-38100"/>
                  <a:ext cx="1348941" cy="246408"/>
                </a:xfrm>
                <a:prstGeom prst="rect">
                  <a:avLst/>
                </a:prstGeom>
              </p:spPr>
              <p:txBody>
                <a:bodyPr lIns="37377" tIns="37377" rIns="37377" bIns="37377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9FCF605-4600-E87E-5AD9-99BF812BBD2C}"/>
                </a:ext>
              </a:extLst>
            </p:cNvPr>
            <p:cNvGrpSpPr/>
            <p:nvPr/>
          </p:nvGrpSpPr>
          <p:grpSpPr>
            <a:xfrm>
              <a:off x="1060718" y="218565"/>
              <a:ext cx="8438539" cy="9517150"/>
              <a:chOff x="1060718" y="218565"/>
              <a:chExt cx="8438539" cy="95171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6ACDDF6E-A682-8EBB-D2B9-6EB5863CAD33}"/>
                  </a:ext>
                </a:extLst>
              </p:cNvPr>
              <p:cNvGrpSpPr/>
              <p:nvPr/>
            </p:nvGrpSpPr>
            <p:grpSpPr>
              <a:xfrm>
                <a:off x="1187756" y="218565"/>
                <a:ext cx="6979575" cy="4727748"/>
                <a:chOff x="1187756" y="218565"/>
                <a:chExt cx="6979575" cy="4727748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671794" y="218565"/>
                  <a:ext cx="4430766" cy="3778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0766" h="3778558">
                      <a:moveTo>
                        <a:pt x="0" y="0"/>
                      </a:moveTo>
                      <a:lnTo>
                        <a:pt x="4430766" y="0"/>
                      </a:lnTo>
                      <a:lnTo>
                        <a:pt x="4430766" y="3778557"/>
                      </a:lnTo>
                      <a:lnTo>
                        <a:pt x="0" y="37785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a:blipFill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5719047" y="607145"/>
                  <a:ext cx="2232663" cy="1282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663" h="1282767">
                      <a:moveTo>
                        <a:pt x="0" y="0"/>
                      </a:moveTo>
                      <a:lnTo>
                        <a:pt x="2232664" y="0"/>
                      </a:lnTo>
                      <a:lnTo>
                        <a:pt x="2232664" y="1282767"/>
                      </a:lnTo>
                      <a:lnTo>
                        <a:pt x="0" y="128276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a:blipFill>
              </p:spPr>
            </p:sp>
            <p:grpSp>
              <p:nvGrpSpPr>
                <p:cNvPr id="15" name="Group 15"/>
                <p:cNvGrpSpPr/>
                <p:nvPr/>
              </p:nvGrpSpPr>
              <p:grpSpPr>
                <a:xfrm>
                  <a:off x="1187756" y="4407650"/>
                  <a:ext cx="6979575" cy="538663"/>
                  <a:chOff x="0" y="0"/>
                  <a:chExt cx="2357082" cy="181913"/>
                </a:xfrm>
              </p:grpSpPr>
              <p:sp>
                <p:nvSpPr>
                  <p:cNvPr id="16" name="Freeform 16"/>
                  <p:cNvSpPr/>
                  <p:nvPr/>
                </p:nvSpPr>
                <p:spPr>
                  <a:xfrm>
                    <a:off x="11151" y="0"/>
                    <a:ext cx="2334779" cy="1819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4779" h="181913">
                        <a:moveTo>
                          <a:pt x="236126" y="0"/>
                        </a:moveTo>
                        <a:lnTo>
                          <a:pt x="2328842" y="0"/>
                        </a:lnTo>
                        <a:cubicBezTo>
                          <a:pt x="2331370" y="0"/>
                          <a:pt x="2333621" y="1601"/>
                          <a:pt x="2334450" y="3989"/>
                        </a:cubicBezTo>
                        <a:cubicBezTo>
                          <a:pt x="2335280" y="6377"/>
                          <a:pt x="2334507" y="9028"/>
                          <a:pt x="2332523" y="10596"/>
                        </a:cubicBezTo>
                        <a:lnTo>
                          <a:pt x="2129151" y="171317"/>
                        </a:lnTo>
                        <a:cubicBezTo>
                          <a:pt x="2120467" y="178180"/>
                          <a:pt x="2109722" y="181913"/>
                          <a:pt x="2098654" y="181913"/>
                        </a:cubicBezTo>
                        <a:lnTo>
                          <a:pt x="5938" y="181913"/>
                        </a:lnTo>
                        <a:cubicBezTo>
                          <a:pt x="3410" y="181913"/>
                          <a:pt x="1159" y="180312"/>
                          <a:pt x="329" y="177924"/>
                        </a:cubicBezTo>
                        <a:cubicBezTo>
                          <a:pt x="-500" y="175536"/>
                          <a:pt x="273" y="172884"/>
                          <a:pt x="2257" y="171317"/>
                        </a:cubicBezTo>
                        <a:lnTo>
                          <a:pt x="205629" y="10596"/>
                        </a:lnTo>
                        <a:cubicBezTo>
                          <a:pt x="214313" y="3733"/>
                          <a:pt x="225057" y="0"/>
                          <a:pt x="236126" y="0"/>
                        </a:cubicBezTo>
                        <a:close/>
                      </a:path>
                    </a:pathLst>
                  </a:custGeom>
                  <a:solidFill>
                    <a:srgbClr val="002250"/>
                  </a:solidFill>
                </p:spPr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254000" y="-38100"/>
                    <a:ext cx="1849082" cy="220013"/>
                  </a:xfrm>
                  <a:prstGeom prst="rect">
                    <a:avLst/>
                  </a:prstGeom>
                </p:spPr>
                <p:txBody>
                  <a:bodyPr lIns="37377" tIns="37377" rIns="37377" bIns="37377" rtlCol="0" anchor="ctr"/>
                  <a:lstStyle/>
                  <a:p>
                    <a:pPr algn="ctr">
                      <a:lnSpc>
                        <a:spcPts val="2660"/>
                      </a:lnSpc>
                    </a:pPr>
                    <a:endParaRPr/>
                  </a:p>
                </p:txBody>
              </p:sp>
            </p:grpSp>
            <p:sp>
              <p:nvSpPr>
                <p:cNvPr id="26" name="Freeform 26"/>
                <p:cNvSpPr/>
                <p:nvPr/>
              </p:nvSpPr>
              <p:spPr>
                <a:xfrm>
                  <a:off x="1411639" y="3872528"/>
                  <a:ext cx="901483" cy="901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483" h="901483">
                      <a:moveTo>
                        <a:pt x="0" y="0"/>
                      </a:moveTo>
                      <a:lnTo>
                        <a:pt x="901484" y="0"/>
                      </a:lnTo>
                      <a:lnTo>
                        <a:pt x="901484" y="901484"/>
                      </a:lnTo>
                      <a:lnTo>
                        <a:pt x="0" y="9014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0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a:blipFill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2839828" y="4263822"/>
                  <a:ext cx="4498597" cy="63872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5248"/>
                    </a:lnSpc>
                    <a:spcBef>
                      <a:spcPct val="0"/>
                    </a:spcBef>
                  </a:pPr>
                  <a:r>
                    <a:rPr lang="en-US" sz="3748">
                      <a:solidFill>
                        <a:srgbClr val="FFFFF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4 Etablissement Sup</a:t>
                  </a: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0DB4E688-1CC3-4265-446D-1EE14C7A10D9}"/>
                  </a:ext>
                </a:extLst>
              </p:cNvPr>
              <p:cNvGrpSpPr/>
              <p:nvPr/>
            </p:nvGrpSpPr>
            <p:grpSpPr>
              <a:xfrm>
                <a:off x="1060718" y="5279934"/>
                <a:ext cx="7106613" cy="1264657"/>
                <a:chOff x="1060718" y="5279934"/>
                <a:chExt cx="7106613" cy="1264657"/>
              </a:xfrm>
            </p:grpSpPr>
            <p:grpSp>
              <p:nvGrpSpPr>
                <p:cNvPr id="18" name="Group 18"/>
                <p:cNvGrpSpPr/>
                <p:nvPr/>
              </p:nvGrpSpPr>
              <p:grpSpPr>
                <a:xfrm>
                  <a:off x="1060718" y="5962839"/>
                  <a:ext cx="7106613" cy="581752"/>
                  <a:chOff x="0" y="0"/>
                  <a:chExt cx="2399984" cy="196464"/>
                </a:xfrm>
              </p:grpSpPr>
              <p:sp>
                <p:nvSpPr>
                  <p:cNvPr id="19" name="Freeform 19"/>
                  <p:cNvSpPr/>
                  <p:nvPr/>
                </p:nvSpPr>
                <p:spPr>
                  <a:xfrm>
                    <a:off x="10595" y="0"/>
                    <a:ext cx="2378795" cy="196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8795" h="196464">
                        <a:moveTo>
                          <a:pt x="236376" y="0"/>
                        </a:moveTo>
                        <a:lnTo>
                          <a:pt x="2372605" y="0"/>
                        </a:lnTo>
                        <a:cubicBezTo>
                          <a:pt x="2375198" y="0"/>
                          <a:pt x="2377515" y="1615"/>
                          <a:pt x="2378412" y="4048"/>
                        </a:cubicBezTo>
                        <a:cubicBezTo>
                          <a:pt x="2379309" y="6480"/>
                          <a:pt x="2378595" y="9213"/>
                          <a:pt x="2376623" y="10896"/>
                        </a:cubicBezTo>
                        <a:lnTo>
                          <a:pt x="2171967" y="185569"/>
                        </a:lnTo>
                        <a:cubicBezTo>
                          <a:pt x="2163728" y="192601"/>
                          <a:pt x="2153250" y="196464"/>
                          <a:pt x="2142418" y="196464"/>
                        </a:cubicBezTo>
                        <a:lnTo>
                          <a:pt x="6189" y="196464"/>
                        </a:lnTo>
                        <a:cubicBezTo>
                          <a:pt x="3596" y="196464"/>
                          <a:pt x="1279" y="194849"/>
                          <a:pt x="382" y="192417"/>
                        </a:cubicBezTo>
                        <a:cubicBezTo>
                          <a:pt x="-515" y="189985"/>
                          <a:pt x="199" y="187251"/>
                          <a:pt x="2171" y="185569"/>
                        </a:cubicBezTo>
                        <a:lnTo>
                          <a:pt x="206827" y="10896"/>
                        </a:lnTo>
                        <a:cubicBezTo>
                          <a:pt x="215066" y="3863"/>
                          <a:pt x="225543" y="0"/>
                          <a:pt x="236376" y="0"/>
                        </a:cubicBezTo>
                        <a:close/>
                      </a:path>
                    </a:pathLst>
                  </a:custGeom>
                  <a:solidFill>
                    <a:srgbClr val="002250"/>
                  </a:solidFill>
                </p:spPr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254000" y="-38100"/>
                    <a:ext cx="1891984" cy="234564"/>
                  </a:xfrm>
                  <a:prstGeom prst="rect">
                    <a:avLst/>
                  </a:prstGeom>
                </p:spPr>
                <p:txBody>
                  <a:bodyPr lIns="37377" tIns="37377" rIns="37377" bIns="37377" rtlCol="0" anchor="ctr"/>
                  <a:lstStyle/>
                  <a:p>
                    <a:pPr algn="ctr">
                      <a:lnSpc>
                        <a:spcPts val="2660"/>
                      </a:lnSpc>
                    </a:pPr>
                    <a:endParaRPr/>
                  </a:p>
                </p:txBody>
              </p:sp>
            </p:grpSp>
            <p:sp>
              <p:nvSpPr>
                <p:cNvPr id="25" name="Freeform 25"/>
                <p:cNvSpPr/>
                <p:nvPr/>
              </p:nvSpPr>
              <p:spPr>
                <a:xfrm>
                  <a:off x="1411639" y="5279934"/>
                  <a:ext cx="1054397" cy="1137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397" h="1137095">
                      <a:moveTo>
                        <a:pt x="0" y="0"/>
                      </a:moveTo>
                      <a:lnTo>
                        <a:pt x="1054398" y="0"/>
                      </a:lnTo>
                      <a:lnTo>
                        <a:pt x="1054398" y="1137095"/>
                      </a:lnTo>
                      <a:lnTo>
                        <a:pt x="0" y="11370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2"/>
                  <a:stretch>
                    <a:fillRect/>
                  </a:stretch>
                </a:blipFill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2671794" y="5859903"/>
                  <a:ext cx="4044032" cy="63872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5248"/>
                    </a:lnSpc>
                    <a:spcBef>
                      <a:spcPct val="0"/>
                    </a:spcBef>
                  </a:pPr>
                  <a:r>
                    <a:rPr lang="en-US" sz="3748" dirty="0">
                      <a:solidFill>
                        <a:srgbClr val="FFFFF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7000 </a:t>
                  </a:r>
                  <a:r>
                    <a:rPr lang="en-US" sz="3748" dirty="0" err="1">
                      <a:solidFill>
                        <a:srgbClr val="FFFFF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Etudiants</a:t>
                  </a:r>
                  <a:endParaRPr lang="en-US" sz="3748" dirty="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C2BA706A-3447-9D28-C661-E71942A042E0}"/>
                  </a:ext>
                </a:extLst>
              </p:cNvPr>
              <p:cNvGrpSpPr/>
              <p:nvPr/>
            </p:nvGrpSpPr>
            <p:grpSpPr>
              <a:xfrm>
                <a:off x="1187756" y="6890241"/>
                <a:ext cx="8052792" cy="1411242"/>
                <a:chOff x="1187756" y="6890241"/>
                <a:chExt cx="8052792" cy="1411242"/>
              </a:xfrm>
            </p:grpSpPr>
            <p:grpSp>
              <p:nvGrpSpPr>
                <p:cNvPr id="21" name="Group 21"/>
                <p:cNvGrpSpPr/>
                <p:nvPr/>
              </p:nvGrpSpPr>
              <p:grpSpPr>
                <a:xfrm>
                  <a:off x="1187756" y="7684661"/>
                  <a:ext cx="8052792" cy="616822"/>
                  <a:chOff x="0" y="0"/>
                  <a:chExt cx="2719519" cy="208308"/>
                </a:xfrm>
              </p:grpSpPr>
              <p:sp>
                <p:nvSpPr>
                  <p:cNvPr id="22" name="Freeform 22"/>
                  <p:cNvSpPr/>
                  <p:nvPr/>
                </p:nvSpPr>
                <p:spPr>
                  <a:xfrm>
                    <a:off x="9104" y="0"/>
                    <a:ext cx="2701311" cy="2083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1311" h="208308">
                        <a:moveTo>
                          <a:pt x="235895" y="0"/>
                        </a:moveTo>
                        <a:lnTo>
                          <a:pt x="2695604" y="0"/>
                        </a:lnTo>
                        <a:cubicBezTo>
                          <a:pt x="2697964" y="0"/>
                          <a:pt x="2700080" y="1453"/>
                          <a:pt x="2700929" y="3655"/>
                        </a:cubicBezTo>
                        <a:cubicBezTo>
                          <a:pt x="2701778" y="5857"/>
                          <a:pt x="2701183" y="8355"/>
                          <a:pt x="2699433" y="9938"/>
                        </a:cubicBezTo>
                        <a:lnTo>
                          <a:pt x="2491210" y="198369"/>
                        </a:lnTo>
                        <a:cubicBezTo>
                          <a:pt x="2484142" y="204766"/>
                          <a:pt x="2474949" y="208308"/>
                          <a:pt x="2465416" y="208308"/>
                        </a:cubicBezTo>
                        <a:lnTo>
                          <a:pt x="5708" y="208308"/>
                        </a:lnTo>
                        <a:cubicBezTo>
                          <a:pt x="3347" y="208308"/>
                          <a:pt x="1231" y="206855"/>
                          <a:pt x="382" y="204653"/>
                        </a:cubicBezTo>
                        <a:cubicBezTo>
                          <a:pt x="-466" y="202450"/>
                          <a:pt x="128" y="199953"/>
                          <a:pt x="1878" y="198369"/>
                        </a:cubicBezTo>
                        <a:lnTo>
                          <a:pt x="210101" y="9938"/>
                        </a:lnTo>
                        <a:cubicBezTo>
                          <a:pt x="217169" y="3542"/>
                          <a:pt x="226362" y="0"/>
                          <a:pt x="235895" y="0"/>
                        </a:cubicBezTo>
                        <a:close/>
                      </a:path>
                    </a:pathLst>
                  </a:custGeom>
                  <a:solidFill>
                    <a:srgbClr val="002250"/>
                  </a:solidFill>
                </p:spPr>
              </p:sp>
              <p:sp>
                <p:nvSpPr>
                  <p:cNvPr id="23" name="TextBox 23"/>
                  <p:cNvSpPr txBox="1"/>
                  <p:nvPr/>
                </p:nvSpPr>
                <p:spPr>
                  <a:xfrm>
                    <a:off x="254000" y="-38100"/>
                    <a:ext cx="2211519" cy="246408"/>
                  </a:xfrm>
                  <a:prstGeom prst="rect">
                    <a:avLst/>
                  </a:prstGeom>
                </p:spPr>
                <p:txBody>
                  <a:bodyPr lIns="37377" tIns="37377" rIns="37377" bIns="37377" rtlCol="0" anchor="ctr"/>
                  <a:lstStyle/>
                  <a:p>
                    <a:pPr algn="ctr">
                      <a:lnSpc>
                        <a:spcPts val="2660"/>
                      </a:lnSpc>
                    </a:pPr>
                    <a:endParaRPr/>
                  </a:p>
                </p:txBody>
              </p:sp>
            </p:grpSp>
            <p:sp>
              <p:nvSpPr>
                <p:cNvPr id="24" name="Freeform 24"/>
                <p:cNvSpPr/>
                <p:nvPr/>
              </p:nvSpPr>
              <p:spPr>
                <a:xfrm>
                  <a:off x="1411639" y="6890241"/>
                  <a:ext cx="1351601" cy="1233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1601" h="1233643">
                      <a:moveTo>
                        <a:pt x="0" y="0"/>
                      </a:moveTo>
                      <a:lnTo>
                        <a:pt x="1351601" y="0"/>
                      </a:lnTo>
                      <a:lnTo>
                        <a:pt x="1351601" y="1233643"/>
                      </a:lnTo>
                      <a:lnTo>
                        <a:pt x="0" y="12336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3">
                    <a:extLs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a:blipFill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2839828" y="7607726"/>
                  <a:ext cx="6017242" cy="63872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5248"/>
                    </a:lnSpc>
                    <a:spcBef>
                      <a:spcPct val="0"/>
                    </a:spcBef>
                  </a:pPr>
                  <a:r>
                    <a:rPr lang="en-US" sz="3748">
                      <a:solidFill>
                        <a:srgbClr val="FFFFF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24-25 : 1,2 Milliards FCFA </a:t>
                  </a:r>
                </a:p>
              </p:txBody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1938838" y="9096995"/>
                <a:ext cx="7560419" cy="63872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248"/>
                  </a:lnSpc>
                  <a:spcBef>
                    <a:spcPct val="0"/>
                  </a:spcBef>
                </a:pPr>
                <a:r>
                  <a:rPr lang="en-US" sz="3748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90.000 Etudiants</a:t>
                </a: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33E7D95-3A26-4B50-FBD0-63BB839A4906}"/>
              </a:ext>
            </a:extLst>
          </p:cNvPr>
          <p:cNvGrpSpPr/>
          <p:nvPr/>
        </p:nvGrpSpPr>
        <p:grpSpPr>
          <a:xfrm>
            <a:off x="11529623" y="260544"/>
            <a:ext cx="6758377" cy="5297027"/>
            <a:chOff x="11529623" y="260544"/>
            <a:chExt cx="6758377" cy="5297027"/>
          </a:xfrm>
        </p:grpSpPr>
        <p:sp>
          <p:nvSpPr>
            <p:cNvPr id="8" name="AutoShape 8"/>
            <p:cNvSpPr/>
            <p:nvPr/>
          </p:nvSpPr>
          <p:spPr>
            <a:xfrm>
              <a:off x="11529623" y="5557571"/>
              <a:ext cx="6758377" cy="0"/>
            </a:xfrm>
            <a:prstGeom prst="line">
              <a:avLst/>
            </a:prstGeom>
            <a:ln w="9525" cap="flat">
              <a:solidFill>
                <a:srgbClr val="002250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A91E4CE-F9AE-1D32-9235-6A0022D90022}"/>
                </a:ext>
              </a:extLst>
            </p:cNvPr>
            <p:cNvGrpSpPr/>
            <p:nvPr/>
          </p:nvGrpSpPr>
          <p:grpSpPr>
            <a:xfrm>
              <a:off x="12716865" y="260544"/>
              <a:ext cx="4067127" cy="4005452"/>
              <a:chOff x="12716865" y="260544"/>
              <a:chExt cx="4067127" cy="4005452"/>
            </a:xfrm>
          </p:grpSpPr>
          <p:grpSp>
            <p:nvGrpSpPr>
              <p:cNvPr id="2" name="Group 2"/>
              <p:cNvGrpSpPr/>
              <p:nvPr/>
            </p:nvGrpSpPr>
            <p:grpSpPr>
              <a:xfrm>
                <a:off x="14156679" y="260544"/>
                <a:ext cx="916110" cy="916110"/>
                <a:chOff x="0" y="0"/>
                <a:chExt cx="812800" cy="812800"/>
              </a:xfrm>
            </p:grpSpPr>
            <p:sp>
              <p:nvSpPr>
                <p:cNvPr id="3" name="Freeform 3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7E7D7"/>
                </a:solidFill>
                <a:ln w="19050" cap="sq">
                  <a:solidFill>
                    <a:srgbClr val="002250"/>
                  </a:solidFill>
                  <a:prstDash val="solid"/>
                  <a:miter/>
                </a:ln>
              </p:spPr>
            </p:sp>
            <p:sp>
              <p:nvSpPr>
                <p:cNvPr id="4" name="TextBox 4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2716865" y="1710055"/>
                <a:ext cx="4067127" cy="255594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548"/>
                  </a:lnSpc>
                </a:pPr>
                <a:r>
                  <a:rPr lang="en-US" sz="2159" b="1" spc="-43" dirty="0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2 </a:t>
                </a:r>
                <a:r>
                  <a:rPr lang="en-US" sz="2159" b="1" spc="-43" dirty="0" err="1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ans</a:t>
                </a:r>
                <a:r>
                  <a:rPr lang="en-US" sz="2159" b="1" spc="-43" dirty="0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 </a:t>
                </a:r>
                <a:r>
                  <a:rPr lang="en-US" sz="2159" b="1" spc="-43" dirty="0" err="1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gratuits</a:t>
                </a:r>
                <a:endParaRPr lang="en-US" sz="2159" b="1" spc="-43" dirty="0">
                  <a:solidFill>
                    <a:srgbClr val="00225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  <a:p>
                <a:pPr algn="ctr">
                  <a:lnSpc>
                    <a:spcPts val="2548"/>
                  </a:lnSpc>
                </a:pPr>
                <a:endParaRPr lang="en-US" sz="2159" b="1" spc="-43" dirty="0">
                  <a:solidFill>
                    <a:srgbClr val="00225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  <a:p>
                <a:pPr algn="ctr">
                  <a:lnSpc>
                    <a:spcPts val="2548"/>
                  </a:lnSpc>
                </a:pPr>
                <a:endParaRPr lang="en-US" sz="2159" b="1" spc="-43" dirty="0">
                  <a:solidFill>
                    <a:srgbClr val="00225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  <a:p>
                <a:pPr algn="ctr">
                  <a:lnSpc>
                    <a:spcPts val="2548"/>
                  </a:lnSpc>
                </a:pPr>
                <a:r>
                  <a:rPr lang="en-US" sz="2159" b="1" spc="-43" dirty="0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 500 FCFA / An / </a:t>
                </a:r>
                <a:r>
                  <a:rPr lang="en-US" sz="2159" b="1" spc="-43" dirty="0" err="1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Etudiant</a:t>
                </a:r>
                <a:r>
                  <a:rPr lang="en-US" sz="2159" b="1" spc="-43" dirty="0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 </a:t>
                </a:r>
                <a:r>
                  <a:rPr lang="en-US" sz="2159" b="1" spc="-43" dirty="0" err="1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dès</a:t>
                </a:r>
                <a:r>
                  <a:rPr lang="en-US" sz="2159" b="1" spc="-43" dirty="0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 </a:t>
                </a:r>
                <a:r>
                  <a:rPr lang="en-US" sz="2159" b="1" spc="-43" dirty="0" err="1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l’année</a:t>
                </a:r>
                <a:r>
                  <a:rPr lang="en-US" sz="2159" b="1" spc="-43" dirty="0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 3 </a:t>
                </a:r>
              </a:p>
              <a:p>
                <a:pPr algn="ctr">
                  <a:lnSpc>
                    <a:spcPts val="2548"/>
                  </a:lnSpc>
                </a:pPr>
                <a:endParaRPr lang="en-US" sz="2159" b="1" spc="-43" dirty="0">
                  <a:solidFill>
                    <a:srgbClr val="00225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  <a:p>
                <a:pPr algn="ctr">
                  <a:lnSpc>
                    <a:spcPts val="2548"/>
                  </a:lnSpc>
                </a:pPr>
                <a:endParaRPr lang="en-US" sz="2159" b="1" spc="-43" dirty="0">
                  <a:solidFill>
                    <a:srgbClr val="00225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  <a:p>
                <a:pPr marL="0" lvl="0" indent="0" algn="ctr">
                  <a:lnSpc>
                    <a:spcPts val="2548"/>
                  </a:lnSpc>
                </a:pPr>
                <a:endParaRPr lang="en-US" sz="2159" b="1" spc="-43" dirty="0">
                  <a:solidFill>
                    <a:srgbClr val="00225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4116856" y="268909"/>
                <a:ext cx="995757" cy="70888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6192"/>
                  </a:lnSpc>
                </a:pPr>
                <a:r>
                  <a:rPr lang="en-US" sz="3440" b="1" spc="32" dirty="0">
                    <a:solidFill>
                      <a:srgbClr val="00225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1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C9CE309-8316-72BD-2316-A4D4E9CF2AC5}"/>
                </a:ext>
              </a:extLst>
            </p:cNvPr>
            <p:cNvGrpSpPr/>
            <p:nvPr/>
          </p:nvGrpSpPr>
          <p:grpSpPr>
            <a:xfrm>
              <a:off x="12015349" y="3740399"/>
              <a:ext cx="5990888" cy="1530010"/>
              <a:chOff x="12015349" y="3740399"/>
              <a:chExt cx="5990888" cy="153001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2244093" y="3740399"/>
                <a:ext cx="903055" cy="973883"/>
              </a:xfrm>
              <a:custGeom>
                <a:avLst/>
                <a:gdLst/>
                <a:ahLst/>
                <a:cxnLst/>
                <a:rect l="l" t="t" r="r" b="b"/>
                <a:pathLst>
                  <a:path w="903055" h="973883">
                    <a:moveTo>
                      <a:pt x="0" y="0"/>
                    </a:moveTo>
                    <a:lnTo>
                      <a:pt x="903056" y="0"/>
                    </a:lnTo>
                    <a:lnTo>
                      <a:pt x="903056" y="973883"/>
                    </a:lnTo>
                    <a:lnTo>
                      <a:pt x="0" y="9738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/>
                </a:stretch>
              </a:blipFill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6277433" y="3827277"/>
                <a:ext cx="924717" cy="844015"/>
              </a:xfrm>
              <a:custGeom>
                <a:avLst/>
                <a:gdLst/>
                <a:ahLst/>
                <a:cxnLst/>
                <a:rect l="l" t="t" r="r" b="b"/>
                <a:pathLst>
                  <a:path w="924717" h="844015">
                    <a:moveTo>
                      <a:pt x="0" y="0"/>
                    </a:moveTo>
                    <a:lnTo>
                      <a:pt x="924717" y="0"/>
                    </a:lnTo>
                    <a:lnTo>
                      <a:pt x="924717" y="844014"/>
                    </a:lnTo>
                    <a:lnTo>
                      <a:pt x="0" y="84401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a:blipFill>
            </p:spPr>
          </p:sp>
          <p:grpSp>
            <p:nvGrpSpPr>
              <p:cNvPr id="35" name="Group 35"/>
              <p:cNvGrpSpPr/>
              <p:nvPr/>
            </p:nvGrpSpPr>
            <p:grpSpPr>
              <a:xfrm rot="-10800000">
                <a:off x="14013103" y="3987391"/>
                <a:ext cx="1042874" cy="858837"/>
                <a:chOff x="0" y="0"/>
                <a:chExt cx="647700" cy="5334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0" y="0"/>
                  <a:ext cx="6477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7700" h="533400">
                      <a:moveTo>
                        <a:pt x="239386" y="166418"/>
                      </a:moveTo>
                      <a:lnTo>
                        <a:pt x="647700" y="166418"/>
                      </a:lnTo>
                      <a:lnTo>
                        <a:pt x="647700" y="366942"/>
                      </a:lnTo>
                      <a:lnTo>
                        <a:pt x="239373" y="366942"/>
                      </a:lnTo>
                      <a:lnTo>
                        <a:pt x="302255" y="533400"/>
                      </a:lnTo>
                      <a:lnTo>
                        <a:pt x="0" y="266700"/>
                      </a:lnTo>
                      <a:lnTo>
                        <a:pt x="302255" y="0"/>
                      </a:lnTo>
                      <a:lnTo>
                        <a:pt x="239386" y="166418"/>
                      </a:lnTo>
                      <a:close/>
                    </a:path>
                  </a:pathLst>
                </a:custGeom>
                <a:solidFill>
                  <a:srgbClr val="4C6FBF"/>
                </a:solidFill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20650" y="127000"/>
                  <a:ext cx="527050" cy="241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2015349" y="4789079"/>
                <a:ext cx="1304201" cy="48133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A2B3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90.000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5152437" y="4776745"/>
                <a:ext cx="2853800" cy="48133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A2B3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45 Millions FCFA</a:t>
                </a: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EF0A50A-635D-04D5-53DA-982661009606}"/>
              </a:ext>
            </a:extLst>
          </p:cNvPr>
          <p:cNvGrpSpPr/>
          <p:nvPr/>
        </p:nvGrpSpPr>
        <p:grpSpPr>
          <a:xfrm>
            <a:off x="10896600" y="6019321"/>
            <a:ext cx="7560419" cy="3981361"/>
            <a:chOff x="10918481" y="6019321"/>
            <a:chExt cx="7560419" cy="3981361"/>
          </a:xfrm>
        </p:grpSpPr>
        <p:sp>
          <p:nvSpPr>
            <p:cNvPr id="38" name="TextBox 38"/>
            <p:cNvSpPr txBox="1"/>
            <p:nvPr/>
          </p:nvSpPr>
          <p:spPr>
            <a:xfrm>
              <a:off x="14772684" y="9705026"/>
              <a:ext cx="2288227" cy="295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31"/>
                </a:lnSpc>
              </a:pPr>
              <a:r>
                <a:rPr lang="en-US" sz="1406" b="1" spc="13">
                  <a:solidFill>
                    <a:srgbClr val="00225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4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2968D59-2226-97B3-8E5B-188FAD140300}"/>
                </a:ext>
              </a:extLst>
            </p:cNvPr>
            <p:cNvGrpSpPr/>
            <p:nvPr/>
          </p:nvGrpSpPr>
          <p:grpSpPr>
            <a:xfrm>
              <a:off x="11058152" y="6019321"/>
              <a:ext cx="6868437" cy="2426113"/>
              <a:chOff x="11058152" y="6019321"/>
              <a:chExt cx="6868437" cy="2426113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14253653" y="6019533"/>
                <a:ext cx="916110" cy="916110"/>
                <a:chOff x="0" y="0"/>
                <a:chExt cx="812800" cy="8128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CD8E81"/>
                </a:solidFill>
                <a:ln w="19050" cap="sq">
                  <a:solidFill>
                    <a:srgbClr val="002250"/>
                  </a:solidFill>
                  <a:prstDash val="solid"/>
                  <a:miter/>
                </a:ln>
              </p:spPr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4213829" y="6019321"/>
                <a:ext cx="995757" cy="70888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6192"/>
                  </a:lnSpc>
                </a:pPr>
                <a:r>
                  <a:rPr lang="en-US" sz="3440" b="1" spc="32" dirty="0">
                    <a:solidFill>
                      <a:srgbClr val="00225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2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1058152" y="7802335"/>
                <a:ext cx="3653556" cy="64309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2548"/>
                  </a:lnSpc>
                </a:pPr>
                <a:r>
                  <a:rPr lang="en-US" sz="2159" b="1" spc="-43">
                    <a:solidFill>
                      <a:srgbClr val="00225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1% sur les paiements mobile. </a:t>
                </a:r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16334583" y="6728201"/>
                <a:ext cx="924717" cy="844015"/>
              </a:xfrm>
              <a:custGeom>
                <a:avLst/>
                <a:gdLst/>
                <a:ahLst/>
                <a:cxnLst/>
                <a:rect l="l" t="t" r="r" b="b"/>
                <a:pathLst>
                  <a:path w="924717" h="844015">
                    <a:moveTo>
                      <a:pt x="0" y="0"/>
                    </a:moveTo>
                    <a:lnTo>
                      <a:pt x="924717" y="0"/>
                    </a:lnTo>
                    <a:lnTo>
                      <a:pt x="924717" y="844015"/>
                    </a:lnTo>
                    <a:lnTo>
                      <a:pt x="0" y="8440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5072789" y="7765116"/>
                <a:ext cx="2853800" cy="48133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A2B3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90 Millions FCFA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1868206" y="9118893"/>
              <a:ext cx="5498605" cy="616822"/>
              <a:chOff x="0" y="0"/>
              <a:chExt cx="1856941" cy="20830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3334" y="0"/>
                <a:ext cx="1830274" cy="208308"/>
              </a:xfrm>
              <a:custGeom>
                <a:avLst/>
                <a:gdLst/>
                <a:ahLst/>
                <a:cxnLst/>
                <a:rect l="l" t="t" r="r" b="b"/>
                <a:pathLst>
                  <a:path w="1830274" h="208308">
                    <a:moveTo>
                      <a:pt x="238545" y="0"/>
                    </a:moveTo>
                    <a:lnTo>
                      <a:pt x="1821916" y="0"/>
                    </a:lnTo>
                    <a:cubicBezTo>
                      <a:pt x="1825372" y="0"/>
                      <a:pt x="1828472" y="2128"/>
                      <a:pt x="1829715" y="5353"/>
                    </a:cubicBezTo>
                    <a:cubicBezTo>
                      <a:pt x="1830957" y="8578"/>
                      <a:pt x="1830086" y="12236"/>
                      <a:pt x="1827524" y="14555"/>
                    </a:cubicBezTo>
                    <a:lnTo>
                      <a:pt x="1629504" y="193753"/>
                    </a:lnTo>
                    <a:cubicBezTo>
                      <a:pt x="1619152" y="203120"/>
                      <a:pt x="1605689" y="208308"/>
                      <a:pt x="1591728" y="208308"/>
                    </a:cubicBezTo>
                    <a:lnTo>
                      <a:pt x="8358" y="208308"/>
                    </a:lnTo>
                    <a:cubicBezTo>
                      <a:pt x="4901" y="208308"/>
                      <a:pt x="1801" y="206180"/>
                      <a:pt x="559" y="202955"/>
                    </a:cubicBezTo>
                    <a:cubicBezTo>
                      <a:pt x="-684" y="199729"/>
                      <a:pt x="187" y="196072"/>
                      <a:pt x="2750" y="193753"/>
                    </a:cubicBezTo>
                    <a:lnTo>
                      <a:pt x="200770" y="14555"/>
                    </a:lnTo>
                    <a:cubicBezTo>
                      <a:pt x="211121" y="5187"/>
                      <a:pt x="224584" y="0"/>
                      <a:pt x="238545" y="0"/>
                    </a:cubicBezTo>
                    <a:close/>
                  </a:path>
                </a:pathLst>
              </a:custGeom>
              <a:solidFill>
                <a:srgbClr val="002250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254000" y="-38100"/>
                <a:ext cx="1348941" cy="246408"/>
              </a:xfrm>
              <a:prstGeom prst="rect">
                <a:avLst/>
              </a:prstGeom>
            </p:spPr>
            <p:txBody>
              <a:bodyPr lIns="37377" tIns="37377" rIns="37377" bIns="373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0918481" y="9041959"/>
              <a:ext cx="7560419" cy="638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48"/>
                </a:lnSpc>
                <a:spcBef>
                  <a:spcPct val="0"/>
                </a:spcBef>
              </a:pPr>
              <a:r>
                <a:rPr lang="en-US" sz="3748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135 Millions FCFA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67601" y="1312616"/>
            <a:ext cx="10820400" cy="8250484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9380713" cy="1312616"/>
            <a:chOff x="0" y="0"/>
            <a:chExt cx="5104385" cy="3457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04385" cy="345710"/>
            </a:xfrm>
            <a:custGeom>
              <a:avLst/>
              <a:gdLst/>
              <a:ahLst/>
              <a:cxnLst/>
              <a:rect l="l" t="t" r="r" b="b"/>
              <a:pathLst>
                <a:path w="5104385" h="345710">
                  <a:moveTo>
                    <a:pt x="0" y="0"/>
                  </a:moveTo>
                  <a:lnTo>
                    <a:pt x="5104385" y="0"/>
                  </a:lnTo>
                  <a:lnTo>
                    <a:pt x="5104385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04385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5390" y="0"/>
            <a:ext cx="11519700" cy="1312616"/>
            <a:chOff x="0" y="0"/>
            <a:chExt cx="1784703" cy="2033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3"/>
              <a:stretch>
                <a:fillRect t="-242006" b="-242006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724586" y="3871739"/>
            <a:ext cx="1129118" cy="1129118"/>
          </a:xfrm>
          <a:custGeom>
            <a:avLst/>
            <a:gdLst/>
            <a:ahLst/>
            <a:cxnLst/>
            <a:rect l="l" t="t" r="r" b="b"/>
            <a:pathLst>
              <a:path w="1129118" h="1129118">
                <a:moveTo>
                  <a:pt x="0" y="0"/>
                </a:moveTo>
                <a:lnTo>
                  <a:pt x="1129118" y="0"/>
                </a:lnTo>
                <a:lnTo>
                  <a:pt x="1129118" y="1129118"/>
                </a:lnTo>
                <a:lnTo>
                  <a:pt x="0" y="1129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586" y="326603"/>
            <a:ext cx="7981805" cy="5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7"/>
              </a:lnSpc>
              <a:spcBef>
                <a:spcPct val="0"/>
              </a:spcBef>
            </a:pPr>
            <a:r>
              <a:rPr lang="en-US" sz="350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School Management System (SMS)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82855" y="4384244"/>
            <a:ext cx="4572951" cy="616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1"/>
              </a:lnSpc>
              <a:spcBef>
                <a:spcPct val="0"/>
              </a:spcBef>
            </a:pPr>
            <a:r>
              <a:rPr lang="en-US" sz="3672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 millions de FCFA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717" y="5647264"/>
            <a:ext cx="3855485" cy="48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392" lvl="1" indent="-315696" algn="ctr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Finaliser le produit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3785" y="6513776"/>
            <a:ext cx="4978481" cy="48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392" lvl="1" indent="-315696" algn="ctr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Renforcer l’infrastructure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5960" y="7375441"/>
            <a:ext cx="4058830" cy="48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392" lvl="1" indent="-315696" algn="ctr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Accélérer l’adoption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702574" y="9452214"/>
            <a:ext cx="3900936" cy="3175"/>
          </a:xfrm>
          <a:prstGeom prst="line">
            <a:avLst/>
          </a:prstGeom>
          <a:ln w="28575" cap="flat">
            <a:solidFill>
              <a:srgbClr val="F7E7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081796" y="-541995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59275" y="8243226"/>
            <a:ext cx="2411480" cy="1382582"/>
          </a:xfrm>
          <a:custGeom>
            <a:avLst/>
            <a:gdLst/>
            <a:ahLst/>
            <a:cxnLst/>
            <a:rect l="l" t="t" r="r" b="b"/>
            <a:pathLst>
              <a:path w="2411480" h="1382582">
                <a:moveTo>
                  <a:pt x="0" y="0"/>
                </a:moveTo>
                <a:lnTo>
                  <a:pt x="2411480" y="0"/>
                </a:lnTo>
                <a:lnTo>
                  <a:pt x="2411480" y="1382582"/>
                </a:lnTo>
                <a:lnTo>
                  <a:pt x="0" y="138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433229" y="2646040"/>
            <a:ext cx="7421543" cy="4452926"/>
          </a:xfrm>
          <a:custGeom>
            <a:avLst/>
            <a:gdLst/>
            <a:ahLst/>
            <a:cxnLst/>
            <a:rect l="l" t="t" r="r" b="b"/>
            <a:pathLst>
              <a:path w="7421543" h="4452926">
                <a:moveTo>
                  <a:pt x="0" y="0"/>
                </a:moveTo>
                <a:lnTo>
                  <a:pt x="7421542" y="0"/>
                </a:lnTo>
                <a:lnTo>
                  <a:pt x="7421542" y="4452925"/>
                </a:lnTo>
                <a:lnTo>
                  <a:pt x="0" y="44529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02125" y="9210675"/>
            <a:ext cx="5213542" cy="415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562">
                <a:solidFill>
                  <a:srgbClr val="F7E7D7"/>
                </a:solidFill>
                <a:latin typeface="Gotham"/>
                <a:ea typeface="Gotham"/>
                <a:cs typeface="Gotham"/>
                <a:sym typeface="Gotham"/>
              </a:rPr>
              <a:t>www.sms.myoctogone.com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112</Words>
  <Application>Microsoft Office PowerPoint</Application>
  <PresentationFormat>Custom</PresentationFormat>
  <Paragraphs>44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Aptos</vt:lpstr>
      <vt:lpstr>Open Sans Bold Italics</vt:lpstr>
      <vt:lpstr>League Spartan</vt:lpstr>
      <vt:lpstr>Gotham</vt:lpstr>
      <vt:lpstr>Open Sans</vt:lpstr>
      <vt:lpstr>Open Sans Bold</vt:lpstr>
      <vt:lpstr>Calibri</vt:lpstr>
      <vt:lpstr>Gotham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(SMS) - OCTOGONE</dc:title>
  <cp:lastModifiedBy>Daniel Guedegbe</cp:lastModifiedBy>
  <cp:revision>1</cp:revision>
  <dcterms:created xsi:type="dcterms:W3CDTF">2006-08-16T00:00:00Z</dcterms:created>
  <dcterms:modified xsi:type="dcterms:W3CDTF">2025-12-18T11:47:41Z</dcterms:modified>
  <dc:identifier>DAG7z5NRc_k</dc:identifier>
</cp:coreProperties>
</file>